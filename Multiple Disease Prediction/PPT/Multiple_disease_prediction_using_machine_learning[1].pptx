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62" autoAdjust="0"/>
    <p:restoredTop sz="94660"/>
  </p:normalViewPr>
  <p:slideViewPr>
    <p:cSldViewPr snapToGrid="0">
      <p:cViewPr varScale="1">
        <p:scale>
          <a:sx n="82" d="100"/>
          <a:sy n="82" d="100"/>
        </p:scale>
        <p:origin x="91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62B71EC-923D-4CD0-B32A-5BD0C0840DCC}" type="doc">
      <dgm:prSet loTypeId="urn:microsoft.com/office/officeart/2008/layout/HalfCircleOrganizationChart" loCatId="hierarchy" qsTypeId="urn:microsoft.com/office/officeart/2005/8/quickstyle/simple1" qsCatId="simple" csTypeId="urn:microsoft.com/office/officeart/2005/8/colors/accent1_2" csCatId="accent1" phldr="1"/>
      <dgm:spPr/>
      <dgm:t>
        <a:bodyPr/>
        <a:lstStyle/>
        <a:p>
          <a:endParaRPr lang="en-US"/>
        </a:p>
      </dgm:t>
    </dgm:pt>
    <dgm:pt modelId="{F0DBA3D7-45F1-40D8-B2BF-79ABE92BC6C8}">
      <dgm:prSet phldrT="[Text]" custT="1"/>
      <dgm:spPr/>
      <dgm:t>
        <a:bodyPr/>
        <a:lstStyle/>
        <a:p>
          <a:r>
            <a:rPr lang="en-US" sz="3200" dirty="0">
              <a:latin typeface="Algerian" panose="04020705040A02060702" pitchFamily="82" charset="0"/>
            </a:rPr>
            <a:t>INTRODUCTION</a:t>
          </a:r>
        </a:p>
      </dgm:t>
    </dgm:pt>
    <dgm:pt modelId="{5DAADE2E-CDB4-4D68-A60F-22E20FF6FE7B}" cxnId="{32FEB639-6E2F-4DA7-B4E4-2B9C98200295}" type="parTrans">
      <dgm:prSet/>
      <dgm:spPr/>
      <dgm:t>
        <a:bodyPr/>
        <a:lstStyle/>
        <a:p>
          <a:endParaRPr lang="en-US"/>
        </a:p>
      </dgm:t>
    </dgm:pt>
    <dgm:pt modelId="{A033D638-A229-4AD0-BA10-FF669E56D50F}" cxnId="{32FEB639-6E2F-4DA7-B4E4-2B9C98200295}" type="sibTrans">
      <dgm:prSet/>
      <dgm:spPr/>
      <dgm:t>
        <a:bodyPr/>
        <a:lstStyle/>
        <a:p>
          <a:endParaRPr lang="en-US"/>
        </a:p>
      </dgm:t>
    </dgm:pt>
    <dgm:pt modelId="{91DD7762-C18E-40A8-8A41-ABE47B22C071}">
      <dgm:prSet phldrT="[Text]"/>
      <dgm:spPr/>
      <dgm:t>
        <a:bodyPr/>
        <a:lstStyle/>
        <a:p>
          <a:r>
            <a:rPr lang="en-US" dirty="0"/>
            <a:t> Background		</a:t>
          </a:r>
        </a:p>
      </dgm:t>
    </dgm:pt>
    <dgm:pt modelId="{C0FE9C20-5C47-47DF-9F01-F07AE073462A}" cxnId="{A6839145-9847-4FAC-AE3F-56678D1BA21C}" type="parTrans">
      <dgm:prSet/>
      <dgm:spPr/>
      <dgm:t>
        <a:bodyPr/>
        <a:lstStyle/>
        <a:p>
          <a:endParaRPr lang="en-US"/>
        </a:p>
      </dgm:t>
    </dgm:pt>
    <dgm:pt modelId="{6DA5F651-25C6-40D6-A744-1E04564B4EAA}" cxnId="{A6839145-9847-4FAC-AE3F-56678D1BA21C}" type="sibTrans">
      <dgm:prSet/>
      <dgm:spPr/>
      <dgm:t>
        <a:bodyPr/>
        <a:lstStyle/>
        <a:p>
          <a:endParaRPr lang="en-US"/>
        </a:p>
      </dgm:t>
    </dgm:pt>
    <dgm:pt modelId="{669ED1B4-2CEA-4192-B916-9EBEA072C704}">
      <dgm:prSet phldrT="[Text]"/>
      <dgm:spPr/>
      <dgm:t>
        <a:bodyPr/>
        <a:lstStyle/>
        <a:p>
          <a:r>
            <a:rPr lang="en-US" dirty="0"/>
            <a:t>objective</a:t>
          </a:r>
        </a:p>
      </dgm:t>
    </dgm:pt>
    <dgm:pt modelId="{B97A1876-751F-4E0D-9AFE-D697CFDBECF0}" cxnId="{F5E498D6-602F-4B27-9219-3B464C74AD96}" type="parTrans">
      <dgm:prSet/>
      <dgm:spPr/>
      <dgm:t>
        <a:bodyPr/>
        <a:lstStyle/>
        <a:p>
          <a:endParaRPr lang="en-US"/>
        </a:p>
      </dgm:t>
    </dgm:pt>
    <dgm:pt modelId="{D143EF80-7664-4063-AFAE-C866CC4942CD}" cxnId="{F5E498D6-602F-4B27-9219-3B464C74AD96}" type="sibTrans">
      <dgm:prSet/>
      <dgm:spPr/>
      <dgm:t>
        <a:bodyPr/>
        <a:lstStyle/>
        <a:p>
          <a:endParaRPr lang="en-US"/>
        </a:p>
      </dgm:t>
    </dgm:pt>
    <dgm:pt modelId="{7AE3C6B6-D9B9-410F-82D0-9D3946057BD4}">
      <dgm:prSet phldrT="[Text]"/>
      <dgm:spPr/>
      <dgm:t>
        <a:bodyPr/>
        <a:lstStyle/>
        <a:p>
          <a:r>
            <a:rPr lang="en-US" dirty="0"/>
            <a:t>Purpose/scope</a:t>
          </a:r>
        </a:p>
      </dgm:t>
    </dgm:pt>
    <dgm:pt modelId="{0C80B037-7114-463E-A30A-D0C5641F767F}" cxnId="{ED7CA98B-DFF4-48AA-A65B-6C3C0AB90216}" type="parTrans">
      <dgm:prSet/>
      <dgm:spPr/>
      <dgm:t>
        <a:bodyPr/>
        <a:lstStyle/>
        <a:p>
          <a:endParaRPr lang="en-US"/>
        </a:p>
      </dgm:t>
    </dgm:pt>
    <dgm:pt modelId="{CD77D256-0BAE-4C8B-8239-B049068A12F4}" cxnId="{ED7CA98B-DFF4-48AA-A65B-6C3C0AB90216}" type="sibTrans">
      <dgm:prSet/>
      <dgm:spPr/>
      <dgm:t>
        <a:bodyPr/>
        <a:lstStyle/>
        <a:p>
          <a:endParaRPr lang="en-US"/>
        </a:p>
      </dgm:t>
    </dgm:pt>
    <dgm:pt modelId="{FBD3636A-E78A-4E8D-A3A2-4956330BE58C}" type="pres">
      <dgm:prSet presAssocID="{362B71EC-923D-4CD0-B32A-5BD0C0840DCC}" presName="Name0" presStyleCnt="0">
        <dgm:presLayoutVars>
          <dgm:orgChart val="1"/>
          <dgm:chPref val="1"/>
          <dgm:dir/>
          <dgm:animOne val="branch"/>
          <dgm:animLvl val="lvl"/>
          <dgm:resizeHandles/>
        </dgm:presLayoutVars>
      </dgm:prSet>
      <dgm:spPr/>
    </dgm:pt>
    <dgm:pt modelId="{061AF9C1-1B1B-49BC-9F5E-5719051AB7D1}" type="pres">
      <dgm:prSet presAssocID="{F0DBA3D7-45F1-40D8-B2BF-79ABE92BC6C8}" presName="hierRoot1" presStyleCnt="0">
        <dgm:presLayoutVars>
          <dgm:hierBranch val="init"/>
        </dgm:presLayoutVars>
      </dgm:prSet>
      <dgm:spPr/>
    </dgm:pt>
    <dgm:pt modelId="{EA9C417D-757E-44BE-98C3-A18E9BDF7533}" type="pres">
      <dgm:prSet presAssocID="{F0DBA3D7-45F1-40D8-B2BF-79ABE92BC6C8}" presName="rootComposite1" presStyleCnt="0"/>
      <dgm:spPr/>
    </dgm:pt>
    <dgm:pt modelId="{6333F693-0417-4B42-8B50-96D884DFDEDD}" type="pres">
      <dgm:prSet presAssocID="{F0DBA3D7-45F1-40D8-B2BF-79ABE92BC6C8}" presName="rootText1" presStyleLbl="alignAcc1" presStyleIdx="0" presStyleCnt="0" custScaleX="159702" custLinFactNeighborX="1626" custLinFactNeighborY="-86377">
        <dgm:presLayoutVars>
          <dgm:chPref val="3"/>
        </dgm:presLayoutVars>
      </dgm:prSet>
      <dgm:spPr/>
    </dgm:pt>
    <dgm:pt modelId="{648EBE5E-994B-4018-B8E4-901A252F4143}" type="pres">
      <dgm:prSet presAssocID="{F0DBA3D7-45F1-40D8-B2BF-79ABE92BC6C8}" presName="topArc1" presStyleLbl="parChTrans1D1" presStyleIdx="0" presStyleCnt="8"/>
      <dgm:spPr/>
    </dgm:pt>
    <dgm:pt modelId="{39D999DD-0614-4252-A54A-4DE72B65A620}" type="pres">
      <dgm:prSet presAssocID="{F0DBA3D7-45F1-40D8-B2BF-79ABE92BC6C8}" presName="bottomArc1" presStyleLbl="parChTrans1D1" presStyleIdx="1" presStyleCnt="8"/>
      <dgm:spPr/>
    </dgm:pt>
    <dgm:pt modelId="{78F869EC-361A-49C4-9955-9E74269C0D18}" type="pres">
      <dgm:prSet presAssocID="{F0DBA3D7-45F1-40D8-B2BF-79ABE92BC6C8}" presName="topConnNode1" presStyleLbl="node1" presStyleIdx="0" presStyleCnt="0"/>
      <dgm:spPr/>
    </dgm:pt>
    <dgm:pt modelId="{89DF2041-5CB2-4095-A090-8886FAF3FE8A}" type="pres">
      <dgm:prSet presAssocID="{F0DBA3D7-45F1-40D8-B2BF-79ABE92BC6C8}" presName="hierChild2" presStyleCnt="0"/>
      <dgm:spPr/>
    </dgm:pt>
    <dgm:pt modelId="{21949885-D48E-4CA0-8E4E-5F9888DE2568}" type="pres">
      <dgm:prSet presAssocID="{C0FE9C20-5C47-47DF-9F01-F07AE073462A}" presName="Name28" presStyleLbl="parChTrans1D2" presStyleIdx="0" presStyleCnt="3"/>
      <dgm:spPr/>
    </dgm:pt>
    <dgm:pt modelId="{D8330F27-EF5A-4DFC-88F6-65FB3A152439}" type="pres">
      <dgm:prSet presAssocID="{91DD7762-C18E-40A8-8A41-ABE47B22C071}" presName="hierRoot2" presStyleCnt="0">
        <dgm:presLayoutVars>
          <dgm:hierBranch val="init"/>
        </dgm:presLayoutVars>
      </dgm:prSet>
      <dgm:spPr/>
    </dgm:pt>
    <dgm:pt modelId="{D8C70277-F725-4241-A86F-B9B02698424A}" type="pres">
      <dgm:prSet presAssocID="{91DD7762-C18E-40A8-8A41-ABE47B22C071}" presName="rootComposite2" presStyleCnt="0"/>
      <dgm:spPr/>
    </dgm:pt>
    <dgm:pt modelId="{457C2805-E126-43FB-B9F8-D30C5CE2B9B9}" type="pres">
      <dgm:prSet presAssocID="{91DD7762-C18E-40A8-8A41-ABE47B22C071}" presName="rootText2" presStyleLbl="alignAcc1" presStyleIdx="0" presStyleCnt="0">
        <dgm:presLayoutVars>
          <dgm:chPref val="3"/>
        </dgm:presLayoutVars>
      </dgm:prSet>
      <dgm:spPr/>
    </dgm:pt>
    <dgm:pt modelId="{9DD02F04-FC72-45CB-A652-E20AE6A526AD}" type="pres">
      <dgm:prSet presAssocID="{91DD7762-C18E-40A8-8A41-ABE47B22C071}" presName="topArc2" presStyleLbl="parChTrans1D1" presStyleIdx="2" presStyleCnt="8"/>
      <dgm:spPr/>
    </dgm:pt>
    <dgm:pt modelId="{6785BEE1-05A4-4343-B6BC-A9BA702BE6E9}" type="pres">
      <dgm:prSet presAssocID="{91DD7762-C18E-40A8-8A41-ABE47B22C071}" presName="bottomArc2" presStyleLbl="parChTrans1D1" presStyleIdx="3" presStyleCnt="8"/>
      <dgm:spPr/>
    </dgm:pt>
    <dgm:pt modelId="{0DB54887-A951-48FE-BB80-D6D985F00E5E}" type="pres">
      <dgm:prSet presAssocID="{91DD7762-C18E-40A8-8A41-ABE47B22C071}" presName="topConnNode2" presStyleLbl="node2" presStyleIdx="0" presStyleCnt="0"/>
      <dgm:spPr/>
    </dgm:pt>
    <dgm:pt modelId="{CB2416F4-11D5-416C-B24E-EF9D80269411}" type="pres">
      <dgm:prSet presAssocID="{91DD7762-C18E-40A8-8A41-ABE47B22C071}" presName="hierChild4" presStyleCnt="0"/>
      <dgm:spPr/>
    </dgm:pt>
    <dgm:pt modelId="{E718035D-A830-482A-A13B-8FCDBD923D47}" type="pres">
      <dgm:prSet presAssocID="{91DD7762-C18E-40A8-8A41-ABE47B22C071}" presName="hierChild5" presStyleCnt="0"/>
      <dgm:spPr/>
    </dgm:pt>
    <dgm:pt modelId="{BFD8548A-9D15-4698-B1B9-F6B1374FB45F}" type="pres">
      <dgm:prSet presAssocID="{B97A1876-751F-4E0D-9AFE-D697CFDBECF0}" presName="Name28" presStyleLbl="parChTrans1D2" presStyleIdx="1" presStyleCnt="3"/>
      <dgm:spPr/>
    </dgm:pt>
    <dgm:pt modelId="{5E328FFA-77BD-4D97-9051-1E20D64CBE67}" type="pres">
      <dgm:prSet presAssocID="{669ED1B4-2CEA-4192-B916-9EBEA072C704}" presName="hierRoot2" presStyleCnt="0">
        <dgm:presLayoutVars>
          <dgm:hierBranch val="init"/>
        </dgm:presLayoutVars>
      </dgm:prSet>
      <dgm:spPr/>
    </dgm:pt>
    <dgm:pt modelId="{D34F0379-CE6D-4CDA-9634-55C3E400ADF9}" type="pres">
      <dgm:prSet presAssocID="{669ED1B4-2CEA-4192-B916-9EBEA072C704}" presName="rootComposite2" presStyleCnt="0"/>
      <dgm:spPr/>
    </dgm:pt>
    <dgm:pt modelId="{27F3725E-9CFD-4BD3-A998-8E4E48AF584C}" type="pres">
      <dgm:prSet presAssocID="{669ED1B4-2CEA-4192-B916-9EBEA072C704}" presName="rootText2" presStyleLbl="alignAcc1" presStyleIdx="0" presStyleCnt="0">
        <dgm:presLayoutVars>
          <dgm:chPref val="3"/>
        </dgm:presLayoutVars>
      </dgm:prSet>
      <dgm:spPr/>
    </dgm:pt>
    <dgm:pt modelId="{1A9B44A6-7675-4B23-BEBE-6A7228178C0A}" type="pres">
      <dgm:prSet presAssocID="{669ED1B4-2CEA-4192-B916-9EBEA072C704}" presName="topArc2" presStyleLbl="parChTrans1D1" presStyleIdx="4" presStyleCnt="8"/>
      <dgm:spPr/>
    </dgm:pt>
    <dgm:pt modelId="{ACA598E1-F864-4BDB-A4C9-8731461CD7A8}" type="pres">
      <dgm:prSet presAssocID="{669ED1B4-2CEA-4192-B916-9EBEA072C704}" presName="bottomArc2" presStyleLbl="parChTrans1D1" presStyleIdx="5" presStyleCnt="8"/>
      <dgm:spPr/>
    </dgm:pt>
    <dgm:pt modelId="{B4C656E7-286F-4F15-A131-54F52204D960}" type="pres">
      <dgm:prSet presAssocID="{669ED1B4-2CEA-4192-B916-9EBEA072C704}" presName="topConnNode2" presStyleLbl="node2" presStyleIdx="0" presStyleCnt="0"/>
      <dgm:spPr/>
    </dgm:pt>
    <dgm:pt modelId="{FCACC451-1AA7-4D98-98D5-5DD6E46145B2}" type="pres">
      <dgm:prSet presAssocID="{669ED1B4-2CEA-4192-B916-9EBEA072C704}" presName="hierChild4" presStyleCnt="0"/>
      <dgm:spPr/>
    </dgm:pt>
    <dgm:pt modelId="{D45AD7BA-ABE7-4A60-8593-6C622593E33E}" type="pres">
      <dgm:prSet presAssocID="{669ED1B4-2CEA-4192-B916-9EBEA072C704}" presName="hierChild5" presStyleCnt="0"/>
      <dgm:spPr/>
    </dgm:pt>
    <dgm:pt modelId="{26E58659-E747-4B21-B42A-E7F67087F224}" type="pres">
      <dgm:prSet presAssocID="{0C80B037-7114-463E-A30A-D0C5641F767F}" presName="Name28" presStyleLbl="parChTrans1D2" presStyleIdx="2" presStyleCnt="3"/>
      <dgm:spPr/>
    </dgm:pt>
    <dgm:pt modelId="{E736A4AB-8676-4773-AD66-99D52FC7C78A}" type="pres">
      <dgm:prSet presAssocID="{7AE3C6B6-D9B9-410F-82D0-9D3946057BD4}" presName="hierRoot2" presStyleCnt="0">
        <dgm:presLayoutVars>
          <dgm:hierBranch val="init"/>
        </dgm:presLayoutVars>
      </dgm:prSet>
      <dgm:spPr/>
    </dgm:pt>
    <dgm:pt modelId="{DB715D46-B24A-4A78-BB6B-C1FA59008406}" type="pres">
      <dgm:prSet presAssocID="{7AE3C6B6-D9B9-410F-82D0-9D3946057BD4}" presName="rootComposite2" presStyleCnt="0"/>
      <dgm:spPr/>
    </dgm:pt>
    <dgm:pt modelId="{C868F55C-20EF-4EF5-81E6-1DAC92C66C36}" type="pres">
      <dgm:prSet presAssocID="{7AE3C6B6-D9B9-410F-82D0-9D3946057BD4}" presName="rootText2" presStyleLbl="alignAcc1" presStyleIdx="0" presStyleCnt="0">
        <dgm:presLayoutVars>
          <dgm:chPref val="3"/>
        </dgm:presLayoutVars>
      </dgm:prSet>
      <dgm:spPr/>
    </dgm:pt>
    <dgm:pt modelId="{11F6363B-C73D-4F2E-B9F5-E9E49A9986FE}" type="pres">
      <dgm:prSet presAssocID="{7AE3C6B6-D9B9-410F-82D0-9D3946057BD4}" presName="topArc2" presStyleLbl="parChTrans1D1" presStyleIdx="6" presStyleCnt="8"/>
      <dgm:spPr/>
    </dgm:pt>
    <dgm:pt modelId="{17E3CF47-4AF7-4470-BF73-F5F09F6DE5AE}" type="pres">
      <dgm:prSet presAssocID="{7AE3C6B6-D9B9-410F-82D0-9D3946057BD4}" presName="bottomArc2" presStyleLbl="parChTrans1D1" presStyleIdx="7" presStyleCnt="8"/>
      <dgm:spPr/>
    </dgm:pt>
    <dgm:pt modelId="{868E1CA3-4769-4F01-ACAB-8B8BC8113977}" type="pres">
      <dgm:prSet presAssocID="{7AE3C6B6-D9B9-410F-82D0-9D3946057BD4}" presName="topConnNode2" presStyleLbl="node2" presStyleIdx="0" presStyleCnt="0"/>
      <dgm:spPr/>
    </dgm:pt>
    <dgm:pt modelId="{4CC86F9D-8C8F-4504-AC14-F4C3EE6E2FA7}" type="pres">
      <dgm:prSet presAssocID="{7AE3C6B6-D9B9-410F-82D0-9D3946057BD4}" presName="hierChild4" presStyleCnt="0"/>
      <dgm:spPr/>
    </dgm:pt>
    <dgm:pt modelId="{84C408D0-F380-441D-B173-E0BECAE6D0B0}" type="pres">
      <dgm:prSet presAssocID="{7AE3C6B6-D9B9-410F-82D0-9D3946057BD4}" presName="hierChild5" presStyleCnt="0"/>
      <dgm:spPr/>
    </dgm:pt>
    <dgm:pt modelId="{34CF37D0-7775-43A1-A2EE-FE23CCA25D0E}" type="pres">
      <dgm:prSet presAssocID="{F0DBA3D7-45F1-40D8-B2BF-79ABE92BC6C8}" presName="hierChild3" presStyleCnt="0"/>
      <dgm:spPr/>
    </dgm:pt>
  </dgm:ptLst>
  <dgm:cxnLst>
    <dgm:cxn modelId="{9FBEC428-9EFA-4A11-8D09-598C5CA4427C}" type="presOf" srcId="{F0DBA3D7-45F1-40D8-B2BF-79ABE92BC6C8}" destId="{78F869EC-361A-49C4-9955-9E74269C0D18}" srcOrd="1" destOrd="0" presId="urn:microsoft.com/office/officeart/2008/layout/HalfCircleOrganizationChart"/>
    <dgm:cxn modelId="{D1F94F37-200E-4D76-868D-4B58DA14AA6B}" type="presOf" srcId="{362B71EC-923D-4CD0-B32A-5BD0C0840DCC}" destId="{FBD3636A-E78A-4E8D-A3A2-4956330BE58C}" srcOrd="0" destOrd="0" presId="urn:microsoft.com/office/officeart/2008/layout/HalfCircleOrganizationChart"/>
    <dgm:cxn modelId="{32FEB639-6E2F-4DA7-B4E4-2B9C98200295}" srcId="{362B71EC-923D-4CD0-B32A-5BD0C0840DCC}" destId="{F0DBA3D7-45F1-40D8-B2BF-79ABE92BC6C8}" srcOrd="0" destOrd="0" parTransId="{5DAADE2E-CDB4-4D68-A60F-22E20FF6FE7B}" sibTransId="{A033D638-A229-4AD0-BA10-FF669E56D50F}"/>
    <dgm:cxn modelId="{5E63253F-832F-4243-8F54-207FA9F83C2C}" type="presOf" srcId="{0C80B037-7114-463E-A30A-D0C5641F767F}" destId="{26E58659-E747-4B21-B42A-E7F67087F224}" srcOrd="0" destOrd="0" presId="urn:microsoft.com/office/officeart/2008/layout/HalfCircleOrganizationChart"/>
    <dgm:cxn modelId="{9EEF5A62-E7B2-42A7-AB33-7BBF7FBAA7BB}" type="presOf" srcId="{91DD7762-C18E-40A8-8A41-ABE47B22C071}" destId="{0DB54887-A951-48FE-BB80-D6D985F00E5E}" srcOrd="1" destOrd="0" presId="urn:microsoft.com/office/officeart/2008/layout/HalfCircleOrganizationChart"/>
    <dgm:cxn modelId="{A6839145-9847-4FAC-AE3F-56678D1BA21C}" srcId="{F0DBA3D7-45F1-40D8-B2BF-79ABE92BC6C8}" destId="{91DD7762-C18E-40A8-8A41-ABE47B22C071}" srcOrd="0" destOrd="0" parTransId="{C0FE9C20-5C47-47DF-9F01-F07AE073462A}" sibTransId="{6DA5F651-25C6-40D6-A744-1E04564B4EAA}"/>
    <dgm:cxn modelId="{B05E4250-FE71-40CC-9D21-659179CD3759}" type="presOf" srcId="{7AE3C6B6-D9B9-410F-82D0-9D3946057BD4}" destId="{868E1CA3-4769-4F01-ACAB-8B8BC8113977}" srcOrd="1" destOrd="0" presId="urn:microsoft.com/office/officeart/2008/layout/HalfCircleOrganizationChart"/>
    <dgm:cxn modelId="{7ABD7E55-41F0-4747-B42B-D0DB8510F17B}" type="presOf" srcId="{669ED1B4-2CEA-4192-B916-9EBEA072C704}" destId="{27F3725E-9CFD-4BD3-A998-8E4E48AF584C}" srcOrd="0" destOrd="0" presId="urn:microsoft.com/office/officeart/2008/layout/HalfCircleOrganizationChart"/>
    <dgm:cxn modelId="{32631077-5662-4826-8734-4D7933D332F6}" type="presOf" srcId="{7AE3C6B6-D9B9-410F-82D0-9D3946057BD4}" destId="{C868F55C-20EF-4EF5-81E6-1DAC92C66C36}" srcOrd="0" destOrd="0" presId="urn:microsoft.com/office/officeart/2008/layout/HalfCircleOrganizationChart"/>
    <dgm:cxn modelId="{ED7CA98B-DFF4-48AA-A65B-6C3C0AB90216}" srcId="{F0DBA3D7-45F1-40D8-B2BF-79ABE92BC6C8}" destId="{7AE3C6B6-D9B9-410F-82D0-9D3946057BD4}" srcOrd="2" destOrd="0" parTransId="{0C80B037-7114-463E-A30A-D0C5641F767F}" sibTransId="{CD77D256-0BAE-4C8B-8239-B049068A12F4}"/>
    <dgm:cxn modelId="{FB48C59C-43DF-4905-8970-DDCF2020E199}" type="presOf" srcId="{F0DBA3D7-45F1-40D8-B2BF-79ABE92BC6C8}" destId="{6333F693-0417-4B42-8B50-96D884DFDEDD}" srcOrd="0" destOrd="0" presId="urn:microsoft.com/office/officeart/2008/layout/HalfCircleOrganizationChart"/>
    <dgm:cxn modelId="{F4D830B4-1FAA-4837-B1E0-51C22BDA4D86}" type="presOf" srcId="{B97A1876-751F-4E0D-9AFE-D697CFDBECF0}" destId="{BFD8548A-9D15-4698-B1B9-F6B1374FB45F}" srcOrd="0" destOrd="0" presId="urn:microsoft.com/office/officeart/2008/layout/HalfCircleOrganizationChart"/>
    <dgm:cxn modelId="{5DD9C9CD-C750-4265-97A6-EE53B0A186D7}" type="presOf" srcId="{91DD7762-C18E-40A8-8A41-ABE47B22C071}" destId="{457C2805-E126-43FB-B9F8-D30C5CE2B9B9}" srcOrd="0" destOrd="0" presId="urn:microsoft.com/office/officeart/2008/layout/HalfCircleOrganizationChart"/>
    <dgm:cxn modelId="{F5E498D6-602F-4B27-9219-3B464C74AD96}" srcId="{F0DBA3D7-45F1-40D8-B2BF-79ABE92BC6C8}" destId="{669ED1B4-2CEA-4192-B916-9EBEA072C704}" srcOrd="1" destOrd="0" parTransId="{B97A1876-751F-4E0D-9AFE-D697CFDBECF0}" sibTransId="{D143EF80-7664-4063-AFAE-C866CC4942CD}"/>
    <dgm:cxn modelId="{D202A3EC-5991-4856-956A-945B5F128CA8}" type="presOf" srcId="{669ED1B4-2CEA-4192-B916-9EBEA072C704}" destId="{B4C656E7-286F-4F15-A131-54F52204D960}" srcOrd="1" destOrd="0" presId="urn:microsoft.com/office/officeart/2008/layout/HalfCircleOrganizationChart"/>
    <dgm:cxn modelId="{500BC3FE-11B7-4EC9-A5A3-ACDB8D45910F}" type="presOf" srcId="{C0FE9C20-5C47-47DF-9F01-F07AE073462A}" destId="{21949885-D48E-4CA0-8E4E-5F9888DE2568}" srcOrd="0" destOrd="0" presId="urn:microsoft.com/office/officeart/2008/layout/HalfCircleOrganizationChart"/>
    <dgm:cxn modelId="{CE2E168A-3985-4DF6-AE41-DC633B7F30DE}" type="presParOf" srcId="{FBD3636A-E78A-4E8D-A3A2-4956330BE58C}" destId="{061AF9C1-1B1B-49BC-9F5E-5719051AB7D1}" srcOrd="0" destOrd="0" presId="urn:microsoft.com/office/officeart/2008/layout/HalfCircleOrganizationChart"/>
    <dgm:cxn modelId="{4D2AD42C-D4FD-4DA8-9019-10429AB8BFB1}" type="presParOf" srcId="{061AF9C1-1B1B-49BC-9F5E-5719051AB7D1}" destId="{EA9C417D-757E-44BE-98C3-A18E9BDF7533}" srcOrd="0" destOrd="0" presId="urn:microsoft.com/office/officeart/2008/layout/HalfCircleOrganizationChart"/>
    <dgm:cxn modelId="{A1DDA723-EF4A-4A94-86EC-DE7CAFCE3129}" type="presParOf" srcId="{EA9C417D-757E-44BE-98C3-A18E9BDF7533}" destId="{6333F693-0417-4B42-8B50-96D884DFDEDD}" srcOrd="0" destOrd="0" presId="urn:microsoft.com/office/officeart/2008/layout/HalfCircleOrganizationChart"/>
    <dgm:cxn modelId="{FC95C880-6912-4012-9046-CB45FC4FD8FD}" type="presParOf" srcId="{EA9C417D-757E-44BE-98C3-A18E9BDF7533}" destId="{648EBE5E-994B-4018-B8E4-901A252F4143}" srcOrd="1" destOrd="0" presId="urn:microsoft.com/office/officeart/2008/layout/HalfCircleOrganizationChart"/>
    <dgm:cxn modelId="{2B855603-0C03-4AA9-861E-5FE33A696B43}" type="presParOf" srcId="{EA9C417D-757E-44BE-98C3-A18E9BDF7533}" destId="{39D999DD-0614-4252-A54A-4DE72B65A620}" srcOrd="2" destOrd="0" presId="urn:microsoft.com/office/officeart/2008/layout/HalfCircleOrganizationChart"/>
    <dgm:cxn modelId="{6411AE5E-9083-4609-8A18-698195753C20}" type="presParOf" srcId="{EA9C417D-757E-44BE-98C3-A18E9BDF7533}" destId="{78F869EC-361A-49C4-9955-9E74269C0D18}" srcOrd="3" destOrd="0" presId="urn:microsoft.com/office/officeart/2008/layout/HalfCircleOrganizationChart"/>
    <dgm:cxn modelId="{596F4110-22BE-4447-929F-9A2205720055}" type="presParOf" srcId="{061AF9C1-1B1B-49BC-9F5E-5719051AB7D1}" destId="{89DF2041-5CB2-4095-A090-8886FAF3FE8A}" srcOrd="1" destOrd="0" presId="urn:microsoft.com/office/officeart/2008/layout/HalfCircleOrganizationChart"/>
    <dgm:cxn modelId="{4E02EEFB-81F0-447E-9552-B11371657CC4}" type="presParOf" srcId="{89DF2041-5CB2-4095-A090-8886FAF3FE8A}" destId="{21949885-D48E-4CA0-8E4E-5F9888DE2568}" srcOrd="0" destOrd="0" presId="urn:microsoft.com/office/officeart/2008/layout/HalfCircleOrganizationChart"/>
    <dgm:cxn modelId="{157097B9-A363-4485-87BF-B2E10B15F58F}" type="presParOf" srcId="{89DF2041-5CB2-4095-A090-8886FAF3FE8A}" destId="{D8330F27-EF5A-4DFC-88F6-65FB3A152439}" srcOrd="1" destOrd="0" presId="urn:microsoft.com/office/officeart/2008/layout/HalfCircleOrganizationChart"/>
    <dgm:cxn modelId="{004A774C-C8B8-4091-9AB5-C414F4485903}" type="presParOf" srcId="{D8330F27-EF5A-4DFC-88F6-65FB3A152439}" destId="{D8C70277-F725-4241-A86F-B9B02698424A}" srcOrd="0" destOrd="0" presId="urn:microsoft.com/office/officeart/2008/layout/HalfCircleOrganizationChart"/>
    <dgm:cxn modelId="{E8A76353-1549-4C15-892E-8BF73829C29F}" type="presParOf" srcId="{D8C70277-F725-4241-A86F-B9B02698424A}" destId="{457C2805-E126-43FB-B9F8-D30C5CE2B9B9}" srcOrd="0" destOrd="0" presId="urn:microsoft.com/office/officeart/2008/layout/HalfCircleOrganizationChart"/>
    <dgm:cxn modelId="{98D1B468-2E34-437F-97F5-E9524F153FF3}" type="presParOf" srcId="{D8C70277-F725-4241-A86F-B9B02698424A}" destId="{9DD02F04-FC72-45CB-A652-E20AE6A526AD}" srcOrd="1" destOrd="0" presId="urn:microsoft.com/office/officeart/2008/layout/HalfCircleOrganizationChart"/>
    <dgm:cxn modelId="{9DA7EA6D-77A8-41C7-808B-DE13AFAC60CF}" type="presParOf" srcId="{D8C70277-F725-4241-A86F-B9B02698424A}" destId="{6785BEE1-05A4-4343-B6BC-A9BA702BE6E9}" srcOrd="2" destOrd="0" presId="urn:microsoft.com/office/officeart/2008/layout/HalfCircleOrganizationChart"/>
    <dgm:cxn modelId="{2139F48C-3AE7-4DC4-B38F-9AA292252361}" type="presParOf" srcId="{D8C70277-F725-4241-A86F-B9B02698424A}" destId="{0DB54887-A951-48FE-BB80-D6D985F00E5E}" srcOrd="3" destOrd="0" presId="urn:microsoft.com/office/officeart/2008/layout/HalfCircleOrganizationChart"/>
    <dgm:cxn modelId="{9C538E6B-0CE9-4118-B9F5-423A96B603E6}" type="presParOf" srcId="{D8330F27-EF5A-4DFC-88F6-65FB3A152439}" destId="{CB2416F4-11D5-416C-B24E-EF9D80269411}" srcOrd="1" destOrd="0" presId="urn:microsoft.com/office/officeart/2008/layout/HalfCircleOrganizationChart"/>
    <dgm:cxn modelId="{F54E0615-799B-46C3-9ADE-B6A79F098862}" type="presParOf" srcId="{D8330F27-EF5A-4DFC-88F6-65FB3A152439}" destId="{E718035D-A830-482A-A13B-8FCDBD923D47}" srcOrd="2" destOrd="0" presId="urn:microsoft.com/office/officeart/2008/layout/HalfCircleOrganizationChart"/>
    <dgm:cxn modelId="{B03C1FAE-8DC4-4580-AA33-DADB7A9A7EBF}" type="presParOf" srcId="{89DF2041-5CB2-4095-A090-8886FAF3FE8A}" destId="{BFD8548A-9D15-4698-B1B9-F6B1374FB45F}" srcOrd="2" destOrd="0" presId="urn:microsoft.com/office/officeart/2008/layout/HalfCircleOrganizationChart"/>
    <dgm:cxn modelId="{7C3AA4BD-5E7B-4B88-9289-91A795BAD074}" type="presParOf" srcId="{89DF2041-5CB2-4095-A090-8886FAF3FE8A}" destId="{5E328FFA-77BD-4D97-9051-1E20D64CBE67}" srcOrd="3" destOrd="0" presId="urn:microsoft.com/office/officeart/2008/layout/HalfCircleOrganizationChart"/>
    <dgm:cxn modelId="{00C368E7-F856-4A8E-86EE-A05BF57AA23A}" type="presParOf" srcId="{5E328FFA-77BD-4D97-9051-1E20D64CBE67}" destId="{D34F0379-CE6D-4CDA-9634-55C3E400ADF9}" srcOrd="0" destOrd="0" presId="urn:microsoft.com/office/officeart/2008/layout/HalfCircleOrganizationChart"/>
    <dgm:cxn modelId="{4676CD0F-B20B-4E4C-B440-26EC3B4E7867}" type="presParOf" srcId="{D34F0379-CE6D-4CDA-9634-55C3E400ADF9}" destId="{27F3725E-9CFD-4BD3-A998-8E4E48AF584C}" srcOrd="0" destOrd="0" presId="urn:microsoft.com/office/officeart/2008/layout/HalfCircleOrganizationChart"/>
    <dgm:cxn modelId="{C4930805-A0E8-4AAD-883B-12BB5B0600D9}" type="presParOf" srcId="{D34F0379-CE6D-4CDA-9634-55C3E400ADF9}" destId="{1A9B44A6-7675-4B23-BEBE-6A7228178C0A}" srcOrd="1" destOrd="0" presId="urn:microsoft.com/office/officeart/2008/layout/HalfCircleOrganizationChart"/>
    <dgm:cxn modelId="{91CB5476-FEC1-404F-929D-73C635EF4431}" type="presParOf" srcId="{D34F0379-CE6D-4CDA-9634-55C3E400ADF9}" destId="{ACA598E1-F864-4BDB-A4C9-8731461CD7A8}" srcOrd="2" destOrd="0" presId="urn:microsoft.com/office/officeart/2008/layout/HalfCircleOrganizationChart"/>
    <dgm:cxn modelId="{A2A3315F-9667-4AE0-BF7D-062A9EDB6819}" type="presParOf" srcId="{D34F0379-CE6D-4CDA-9634-55C3E400ADF9}" destId="{B4C656E7-286F-4F15-A131-54F52204D960}" srcOrd="3" destOrd="0" presId="urn:microsoft.com/office/officeart/2008/layout/HalfCircleOrganizationChart"/>
    <dgm:cxn modelId="{941E4ED6-0358-4F2D-95D7-5736FF2E3620}" type="presParOf" srcId="{5E328FFA-77BD-4D97-9051-1E20D64CBE67}" destId="{FCACC451-1AA7-4D98-98D5-5DD6E46145B2}" srcOrd="1" destOrd="0" presId="urn:microsoft.com/office/officeart/2008/layout/HalfCircleOrganizationChart"/>
    <dgm:cxn modelId="{2495F3F9-04B0-460C-853F-A1AB755A9AEA}" type="presParOf" srcId="{5E328FFA-77BD-4D97-9051-1E20D64CBE67}" destId="{D45AD7BA-ABE7-4A60-8593-6C622593E33E}" srcOrd="2" destOrd="0" presId="urn:microsoft.com/office/officeart/2008/layout/HalfCircleOrganizationChart"/>
    <dgm:cxn modelId="{C871F51C-32DE-4A0F-9549-1F5A3080A6D5}" type="presParOf" srcId="{89DF2041-5CB2-4095-A090-8886FAF3FE8A}" destId="{26E58659-E747-4B21-B42A-E7F67087F224}" srcOrd="4" destOrd="0" presId="urn:microsoft.com/office/officeart/2008/layout/HalfCircleOrganizationChart"/>
    <dgm:cxn modelId="{292E0688-A9EA-40AF-B31C-F04802764D29}" type="presParOf" srcId="{89DF2041-5CB2-4095-A090-8886FAF3FE8A}" destId="{E736A4AB-8676-4773-AD66-99D52FC7C78A}" srcOrd="5" destOrd="0" presId="urn:microsoft.com/office/officeart/2008/layout/HalfCircleOrganizationChart"/>
    <dgm:cxn modelId="{9417BE25-D21A-4722-800A-A2E6CB0A37FC}" type="presParOf" srcId="{E736A4AB-8676-4773-AD66-99D52FC7C78A}" destId="{DB715D46-B24A-4A78-BB6B-C1FA59008406}" srcOrd="0" destOrd="0" presId="urn:microsoft.com/office/officeart/2008/layout/HalfCircleOrganizationChart"/>
    <dgm:cxn modelId="{98DAE772-B661-4ADA-BC8B-2ED48A26C21A}" type="presParOf" srcId="{DB715D46-B24A-4A78-BB6B-C1FA59008406}" destId="{C868F55C-20EF-4EF5-81E6-1DAC92C66C36}" srcOrd="0" destOrd="0" presId="urn:microsoft.com/office/officeart/2008/layout/HalfCircleOrganizationChart"/>
    <dgm:cxn modelId="{58423B4C-EE22-4CF6-B4CC-D2D5F3E6B570}" type="presParOf" srcId="{DB715D46-B24A-4A78-BB6B-C1FA59008406}" destId="{11F6363B-C73D-4F2E-B9F5-E9E49A9986FE}" srcOrd="1" destOrd="0" presId="urn:microsoft.com/office/officeart/2008/layout/HalfCircleOrganizationChart"/>
    <dgm:cxn modelId="{EF3B97A9-7BF3-43E3-9D9E-CAAAFC9B80FE}" type="presParOf" srcId="{DB715D46-B24A-4A78-BB6B-C1FA59008406}" destId="{17E3CF47-4AF7-4470-BF73-F5F09F6DE5AE}" srcOrd="2" destOrd="0" presId="urn:microsoft.com/office/officeart/2008/layout/HalfCircleOrganizationChart"/>
    <dgm:cxn modelId="{2D7B1CF2-71F2-4028-AD1D-0D737B4C27A4}" type="presParOf" srcId="{DB715D46-B24A-4A78-BB6B-C1FA59008406}" destId="{868E1CA3-4769-4F01-ACAB-8B8BC8113977}" srcOrd="3" destOrd="0" presId="urn:microsoft.com/office/officeart/2008/layout/HalfCircleOrganizationChart"/>
    <dgm:cxn modelId="{50FCDCEC-EF1D-4CA8-935D-025B7D770D57}" type="presParOf" srcId="{E736A4AB-8676-4773-AD66-99D52FC7C78A}" destId="{4CC86F9D-8C8F-4504-AC14-F4C3EE6E2FA7}" srcOrd="1" destOrd="0" presId="urn:microsoft.com/office/officeart/2008/layout/HalfCircleOrganizationChart"/>
    <dgm:cxn modelId="{BDB8CEE2-8364-480A-B6AD-B28A593EFCAE}" type="presParOf" srcId="{E736A4AB-8676-4773-AD66-99D52FC7C78A}" destId="{84C408D0-F380-441D-B173-E0BECAE6D0B0}" srcOrd="2" destOrd="0" presId="urn:microsoft.com/office/officeart/2008/layout/HalfCircleOrganizationChart"/>
    <dgm:cxn modelId="{DFF7FE85-5748-4A71-908E-F4995520F64E}" type="presParOf" srcId="{061AF9C1-1B1B-49BC-9F5E-5719051AB7D1}" destId="{34CF37D0-7775-43A1-A2EE-FE23CCA25D0E}" srcOrd="2" destOrd="0" presId="urn:microsoft.com/office/officeart/2008/layout/HalfCircleOrganizationChar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653CAD-4908-4084-88C8-E93A45A35427}" type="doc">
      <dgm:prSet loTypeId="urn:microsoft.com/office/officeart/2008/layout/HalfCircleOrganizationChart" loCatId="hierarchy" qsTypeId="urn:microsoft.com/office/officeart/2005/8/quickstyle/simple1" qsCatId="simple" csTypeId="urn:microsoft.com/office/officeart/2005/8/colors/accent1_2" csCatId="accent1" phldr="1"/>
      <dgm:spPr/>
      <dgm:t>
        <a:bodyPr/>
        <a:lstStyle/>
        <a:p>
          <a:endParaRPr lang="en-US"/>
        </a:p>
      </dgm:t>
    </dgm:pt>
    <dgm:pt modelId="{3D309346-D39E-419D-8785-F0C08A6D3A94}">
      <dgm:prSet phldrT="[Text]" custT="1"/>
      <dgm:spPr/>
      <dgm:t>
        <a:bodyPr/>
        <a:lstStyle/>
        <a:p>
          <a:r>
            <a:rPr lang="en-US" sz="3200" dirty="0"/>
            <a:t>System Analysis</a:t>
          </a:r>
        </a:p>
      </dgm:t>
    </dgm:pt>
    <dgm:pt modelId="{682A4147-F807-4D1F-A6A5-7A6D7070DCB5}" cxnId="{7A8EC924-271B-4E40-BD4C-45026EF78948}" type="parTrans">
      <dgm:prSet/>
      <dgm:spPr/>
      <dgm:t>
        <a:bodyPr/>
        <a:lstStyle/>
        <a:p>
          <a:endParaRPr lang="en-US"/>
        </a:p>
      </dgm:t>
    </dgm:pt>
    <dgm:pt modelId="{D6196FE3-1BE9-4480-85A6-0A84CD337BE0}" cxnId="{7A8EC924-271B-4E40-BD4C-45026EF78948}" type="sibTrans">
      <dgm:prSet/>
      <dgm:spPr/>
      <dgm:t>
        <a:bodyPr/>
        <a:lstStyle/>
        <a:p>
          <a:endParaRPr lang="en-US"/>
        </a:p>
      </dgm:t>
    </dgm:pt>
    <dgm:pt modelId="{F9CA381D-9084-4C4F-BE6B-D14871609B04}" type="asst">
      <dgm:prSet phldrT="[Text]" custT="1"/>
      <dgm:spPr/>
      <dgm:t>
        <a:bodyPr/>
        <a:lstStyle/>
        <a:p>
          <a:r>
            <a:rPr lang="en-US" sz="2400" dirty="0"/>
            <a:t>Existing system</a:t>
          </a:r>
        </a:p>
      </dgm:t>
    </dgm:pt>
    <dgm:pt modelId="{3F425238-2091-48C6-8F77-625C44554976}" cxnId="{C27F2845-6870-47CE-8AA4-DF16B4E527D7}" type="parTrans">
      <dgm:prSet/>
      <dgm:spPr/>
      <dgm:t>
        <a:bodyPr/>
        <a:lstStyle/>
        <a:p>
          <a:endParaRPr lang="en-US"/>
        </a:p>
      </dgm:t>
    </dgm:pt>
    <dgm:pt modelId="{95AE2F49-E054-4509-A34F-EABE048EA938}" cxnId="{C27F2845-6870-47CE-8AA4-DF16B4E527D7}" type="sibTrans">
      <dgm:prSet/>
      <dgm:spPr/>
      <dgm:t>
        <a:bodyPr/>
        <a:lstStyle/>
        <a:p>
          <a:endParaRPr lang="en-US"/>
        </a:p>
      </dgm:t>
    </dgm:pt>
    <dgm:pt modelId="{889FBA84-1065-4086-B118-146A89FD6E3C}">
      <dgm:prSet phldrT="[Text]" custT="1"/>
      <dgm:spPr/>
      <dgm:t>
        <a:bodyPr/>
        <a:lstStyle/>
        <a:p>
          <a:r>
            <a:rPr lang="en-US" sz="2400" dirty="0"/>
            <a:t>Proposed system</a:t>
          </a:r>
        </a:p>
      </dgm:t>
    </dgm:pt>
    <dgm:pt modelId="{C6D6B708-6E01-419E-BB8E-6C4DBBF2A9EB}" cxnId="{5608098C-8E24-4748-A869-A7552F9351D4}" type="parTrans">
      <dgm:prSet/>
      <dgm:spPr/>
      <dgm:t>
        <a:bodyPr/>
        <a:lstStyle/>
        <a:p>
          <a:endParaRPr lang="en-US"/>
        </a:p>
      </dgm:t>
    </dgm:pt>
    <dgm:pt modelId="{1652F516-C7E1-4149-8F07-FE4DFD555549}" cxnId="{5608098C-8E24-4748-A869-A7552F9351D4}" type="sibTrans">
      <dgm:prSet/>
      <dgm:spPr/>
      <dgm:t>
        <a:bodyPr/>
        <a:lstStyle/>
        <a:p>
          <a:endParaRPr lang="en-US"/>
        </a:p>
      </dgm:t>
    </dgm:pt>
    <dgm:pt modelId="{37DEA511-F5C3-45AA-92D7-28CFDB3D886E}">
      <dgm:prSet phldrT="[Text]" custT="1"/>
      <dgm:spPr/>
      <dgm:t>
        <a:bodyPr/>
        <a:lstStyle/>
        <a:p>
          <a:r>
            <a:rPr lang="en-US" sz="2400" dirty="0"/>
            <a:t>Software requirement</a:t>
          </a:r>
        </a:p>
      </dgm:t>
    </dgm:pt>
    <dgm:pt modelId="{E7642277-4777-4BD0-8983-B28D8E54DB2E}" cxnId="{03692D57-35C3-465F-8545-93921A71EFFF}" type="parTrans">
      <dgm:prSet/>
      <dgm:spPr/>
      <dgm:t>
        <a:bodyPr/>
        <a:lstStyle/>
        <a:p>
          <a:endParaRPr lang="en-US"/>
        </a:p>
      </dgm:t>
    </dgm:pt>
    <dgm:pt modelId="{DB3C443E-3BD0-431A-8CA4-2EE7C924142E}" cxnId="{03692D57-35C3-465F-8545-93921A71EFFF}" type="sibTrans">
      <dgm:prSet/>
      <dgm:spPr/>
      <dgm:t>
        <a:bodyPr/>
        <a:lstStyle/>
        <a:p>
          <a:endParaRPr lang="en-US"/>
        </a:p>
      </dgm:t>
    </dgm:pt>
    <dgm:pt modelId="{6F4373F8-6B75-448A-9F30-313BB7DAF6D4}">
      <dgm:prSet phldrT="[Text]" custT="1"/>
      <dgm:spPr/>
      <dgm:t>
        <a:bodyPr/>
        <a:lstStyle/>
        <a:p>
          <a:r>
            <a:rPr lang="en-US" sz="2400" dirty="0"/>
            <a:t>Hardware requirement</a:t>
          </a:r>
        </a:p>
      </dgm:t>
    </dgm:pt>
    <dgm:pt modelId="{9C0B8EF0-CC72-4055-9D63-2979B90051F8}" cxnId="{6D57099B-2195-48C6-8FC5-C1188E86397F}" type="parTrans">
      <dgm:prSet/>
      <dgm:spPr/>
      <dgm:t>
        <a:bodyPr/>
        <a:lstStyle/>
        <a:p>
          <a:endParaRPr lang="en-US"/>
        </a:p>
      </dgm:t>
    </dgm:pt>
    <dgm:pt modelId="{0BF95641-0649-41A0-B7EE-8C994F3B4F2A}" cxnId="{6D57099B-2195-48C6-8FC5-C1188E86397F}" type="sibTrans">
      <dgm:prSet/>
      <dgm:spPr/>
      <dgm:t>
        <a:bodyPr/>
        <a:lstStyle/>
        <a:p>
          <a:endParaRPr lang="en-US"/>
        </a:p>
      </dgm:t>
    </dgm:pt>
    <dgm:pt modelId="{98F4BE2D-DFA0-42BA-98FE-89F82CFD6BDB}" type="pres">
      <dgm:prSet presAssocID="{B6653CAD-4908-4084-88C8-E93A45A35427}" presName="Name0" presStyleCnt="0">
        <dgm:presLayoutVars>
          <dgm:orgChart val="1"/>
          <dgm:chPref val="1"/>
          <dgm:dir/>
          <dgm:animOne val="branch"/>
          <dgm:animLvl val="lvl"/>
          <dgm:resizeHandles/>
        </dgm:presLayoutVars>
      </dgm:prSet>
      <dgm:spPr/>
    </dgm:pt>
    <dgm:pt modelId="{EE28DCA7-C927-4092-B35A-C58C41928E80}" type="pres">
      <dgm:prSet presAssocID="{3D309346-D39E-419D-8785-F0C08A6D3A94}" presName="hierRoot1" presStyleCnt="0">
        <dgm:presLayoutVars>
          <dgm:hierBranch val="init"/>
        </dgm:presLayoutVars>
      </dgm:prSet>
      <dgm:spPr/>
    </dgm:pt>
    <dgm:pt modelId="{A1F6B226-8D9B-46EE-AA71-9EEB9A730E21}" type="pres">
      <dgm:prSet presAssocID="{3D309346-D39E-419D-8785-F0C08A6D3A94}" presName="rootComposite1" presStyleCnt="0"/>
      <dgm:spPr/>
    </dgm:pt>
    <dgm:pt modelId="{C7F0F420-163A-43F2-B238-7DF4184127E2}" type="pres">
      <dgm:prSet presAssocID="{3D309346-D39E-419D-8785-F0C08A6D3A94}" presName="rootText1" presStyleLbl="alignAcc1" presStyleIdx="0" presStyleCnt="0" custScaleX="261532" custScaleY="158909" custLinFactY="-30081" custLinFactNeighborX="3619" custLinFactNeighborY="-100000">
        <dgm:presLayoutVars>
          <dgm:chPref val="3"/>
        </dgm:presLayoutVars>
      </dgm:prSet>
      <dgm:spPr/>
    </dgm:pt>
    <dgm:pt modelId="{85CD6FBC-F4ED-4FD0-B696-551C17FBD5B6}" type="pres">
      <dgm:prSet presAssocID="{3D309346-D39E-419D-8785-F0C08A6D3A94}" presName="topArc1" presStyleLbl="parChTrans1D1" presStyleIdx="0" presStyleCnt="10"/>
      <dgm:spPr/>
    </dgm:pt>
    <dgm:pt modelId="{CE3D2EA8-9884-4045-9967-56E7AAFCA735}" type="pres">
      <dgm:prSet presAssocID="{3D309346-D39E-419D-8785-F0C08A6D3A94}" presName="bottomArc1" presStyleLbl="parChTrans1D1" presStyleIdx="1" presStyleCnt="10"/>
      <dgm:spPr/>
    </dgm:pt>
    <dgm:pt modelId="{1F652FD6-8F0D-49B1-9228-03BC4AAD1716}" type="pres">
      <dgm:prSet presAssocID="{3D309346-D39E-419D-8785-F0C08A6D3A94}" presName="topConnNode1" presStyleLbl="node1" presStyleIdx="0" presStyleCnt="0"/>
      <dgm:spPr/>
    </dgm:pt>
    <dgm:pt modelId="{2C516B17-67F4-4657-9E53-D1E2C5EC09F5}" type="pres">
      <dgm:prSet presAssocID="{3D309346-D39E-419D-8785-F0C08A6D3A94}" presName="hierChild2" presStyleCnt="0"/>
      <dgm:spPr/>
    </dgm:pt>
    <dgm:pt modelId="{8E249396-9C02-4CBA-9513-E0574BB1291D}" type="pres">
      <dgm:prSet presAssocID="{C6D6B708-6E01-419E-BB8E-6C4DBBF2A9EB}" presName="Name28" presStyleLbl="parChTrans1D2" presStyleIdx="0" presStyleCnt="4"/>
      <dgm:spPr/>
    </dgm:pt>
    <dgm:pt modelId="{1F34A3EC-D24C-459C-AD65-EF5C82C56E93}" type="pres">
      <dgm:prSet presAssocID="{889FBA84-1065-4086-B118-146A89FD6E3C}" presName="hierRoot2" presStyleCnt="0">
        <dgm:presLayoutVars>
          <dgm:hierBranch val="init"/>
        </dgm:presLayoutVars>
      </dgm:prSet>
      <dgm:spPr/>
    </dgm:pt>
    <dgm:pt modelId="{D241FDC1-E292-45A1-A72A-120803278233}" type="pres">
      <dgm:prSet presAssocID="{889FBA84-1065-4086-B118-146A89FD6E3C}" presName="rootComposite2" presStyleCnt="0"/>
      <dgm:spPr/>
    </dgm:pt>
    <dgm:pt modelId="{7399FE76-9A40-40E6-B141-0C9C65F3B3A7}" type="pres">
      <dgm:prSet presAssocID="{889FBA84-1065-4086-B118-146A89FD6E3C}" presName="rootText2" presStyleLbl="alignAcc1" presStyleIdx="0" presStyleCnt="0" custScaleX="180756" custLinFactNeighborX="1810" custLinFactNeighborY="70693">
        <dgm:presLayoutVars>
          <dgm:chPref val="3"/>
        </dgm:presLayoutVars>
      </dgm:prSet>
      <dgm:spPr/>
    </dgm:pt>
    <dgm:pt modelId="{73EFF692-B26A-46FD-A2F2-0F7E0CFA6A94}" type="pres">
      <dgm:prSet presAssocID="{889FBA84-1065-4086-B118-146A89FD6E3C}" presName="topArc2" presStyleLbl="parChTrans1D1" presStyleIdx="2" presStyleCnt="10"/>
      <dgm:spPr/>
    </dgm:pt>
    <dgm:pt modelId="{D81C20B9-A6AE-4E57-864D-E4230D836256}" type="pres">
      <dgm:prSet presAssocID="{889FBA84-1065-4086-B118-146A89FD6E3C}" presName="bottomArc2" presStyleLbl="parChTrans1D1" presStyleIdx="3" presStyleCnt="10"/>
      <dgm:spPr/>
    </dgm:pt>
    <dgm:pt modelId="{FD87930F-C404-4505-AC82-BAB02FA11903}" type="pres">
      <dgm:prSet presAssocID="{889FBA84-1065-4086-B118-146A89FD6E3C}" presName="topConnNode2" presStyleLbl="node2" presStyleIdx="0" presStyleCnt="0"/>
      <dgm:spPr/>
    </dgm:pt>
    <dgm:pt modelId="{2036D529-7FA3-4692-9CD9-246BC736628C}" type="pres">
      <dgm:prSet presAssocID="{889FBA84-1065-4086-B118-146A89FD6E3C}" presName="hierChild4" presStyleCnt="0"/>
      <dgm:spPr/>
    </dgm:pt>
    <dgm:pt modelId="{870282BD-A58F-4CCE-A0FC-4F73CC6681C4}" type="pres">
      <dgm:prSet presAssocID="{889FBA84-1065-4086-B118-146A89FD6E3C}" presName="hierChild5" presStyleCnt="0"/>
      <dgm:spPr/>
    </dgm:pt>
    <dgm:pt modelId="{AFDA4C15-81F4-49D4-9D16-386B15F634F9}" type="pres">
      <dgm:prSet presAssocID="{E7642277-4777-4BD0-8983-B28D8E54DB2E}" presName="Name28" presStyleLbl="parChTrans1D2" presStyleIdx="1" presStyleCnt="4"/>
      <dgm:spPr/>
    </dgm:pt>
    <dgm:pt modelId="{4F29F9D0-6F6A-4748-A359-9DDCEC8233C3}" type="pres">
      <dgm:prSet presAssocID="{37DEA511-F5C3-45AA-92D7-28CFDB3D886E}" presName="hierRoot2" presStyleCnt="0">
        <dgm:presLayoutVars>
          <dgm:hierBranch val="init"/>
        </dgm:presLayoutVars>
      </dgm:prSet>
      <dgm:spPr/>
    </dgm:pt>
    <dgm:pt modelId="{52FB6C85-9F20-41C0-B2E3-3E41BF412250}" type="pres">
      <dgm:prSet presAssocID="{37DEA511-F5C3-45AA-92D7-28CFDB3D886E}" presName="rootComposite2" presStyleCnt="0"/>
      <dgm:spPr/>
    </dgm:pt>
    <dgm:pt modelId="{2AB58F4B-D473-467D-B668-BC8ABCFB0D6A}" type="pres">
      <dgm:prSet presAssocID="{37DEA511-F5C3-45AA-92D7-28CFDB3D886E}" presName="rootText2" presStyleLbl="alignAcc1" presStyleIdx="0" presStyleCnt="0" custScaleX="223714" custLinFactNeighborX="11910" custLinFactNeighborY="74938">
        <dgm:presLayoutVars>
          <dgm:chPref val="3"/>
        </dgm:presLayoutVars>
      </dgm:prSet>
      <dgm:spPr/>
    </dgm:pt>
    <dgm:pt modelId="{A8F61AC7-6CED-4B17-8D99-1087F469716E}" type="pres">
      <dgm:prSet presAssocID="{37DEA511-F5C3-45AA-92D7-28CFDB3D886E}" presName="topArc2" presStyleLbl="parChTrans1D1" presStyleIdx="4" presStyleCnt="10"/>
      <dgm:spPr/>
    </dgm:pt>
    <dgm:pt modelId="{AC36DE50-9658-4449-BEB6-8BCDB0C5703E}" type="pres">
      <dgm:prSet presAssocID="{37DEA511-F5C3-45AA-92D7-28CFDB3D886E}" presName="bottomArc2" presStyleLbl="parChTrans1D1" presStyleIdx="5" presStyleCnt="10"/>
      <dgm:spPr/>
    </dgm:pt>
    <dgm:pt modelId="{045879BB-7F08-4735-B6F6-9D5CEE6802F2}" type="pres">
      <dgm:prSet presAssocID="{37DEA511-F5C3-45AA-92D7-28CFDB3D886E}" presName="topConnNode2" presStyleLbl="node2" presStyleIdx="0" presStyleCnt="0"/>
      <dgm:spPr/>
    </dgm:pt>
    <dgm:pt modelId="{8FDAF664-02BE-403C-93CA-E38A44C09074}" type="pres">
      <dgm:prSet presAssocID="{37DEA511-F5C3-45AA-92D7-28CFDB3D886E}" presName="hierChild4" presStyleCnt="0"/>
      <dgm:spPr/>
    </dgm:pt>
    <dgm:pt modelId="{787D1DAC-156A-4B33-B58D-C85633312F8E}" type="pres">
      <dgm:prSet presAssocID="{37DEA511-F5C3-45AA-92D7-28CFDB3D886E}" presName="hierChild5" presStyleCnt="0"/>
      <dgm:spPr/>
    </dgm:pt>
    <dgm:pt modelId="{C36BEF4C-73A4-466F-BC69-C23A3041BF92}" type="pres">
      <dgm:prSet presAssocID="{9C0B8EF0-CC72-4055-9D63-2979B90051F8}" presName="Name28" presStyleLbl="parChTrans1D2" presStyleIdx="2" presStyleCnt="4"/>
      <dgm:spPr/>
    </dgm:pt>
    <dgm:pt modelId="{9351CF39-4E96-44CF-BB38-5AC727576029}" type="pres">
      <dgm:prSet presAssocID="{6F4373F8-6B75-448A-9F30-313BB7DAF6D4}" presName="hierRoot2" presStyleCnt="0">
        <dgm:presLayoutVars>
          <dgm:hierBranch val="init"/>
        </dgm:presLayoutVars>
      </dgm:prSet>
      <dgm:spPr/>
    </dgm:pt>
    <dgm:pt modelId="{B9502F53-3949-4C30-A84F-66B61011D670}" type="pres">
      <dgm:prSet presAssocID="{6F4373F8-6B75-448A-9F30-313BB7DAF6D4}" presName="rootComposite2" presStyleCnt="0"/>
      <dgm:spPr/>
    </dgm:pt>
    <dgm:pt modelId="{959B5193-6299-4241-B9C8-7A415BB1A0A5}" type="pres">
      <dgm:prSet presAssocID="{6F4373F8-6B75-448A-9F30-313BB7DAF6D4}" presName="rootText2" presStyleLbl="alignAcc1" presStyleIdx="0" presStyleCnt="0" custScaleX="198908" custLinFactNeighborX="-938" custLinFactNeighborY="73296">
        <dgm:presLayoutVars>
          <dgm:chPref val="3"/>
        </dgm:presLayoutVars>
      </dgm:prSet>
      <dgm:spPr/>
    </dgm:pt>
    <dgm:pt modelId="{5BD284CB-4D6F-474E-963D-EA0233688D8B}" type="pres">
      <dgm:prSet presAssocID="{6F4373F8-6B75-448A-9F30-313BB7DAF6D4}" presName="topArc2" presStyleLbl="parChTrans1D1" presStyleIdx="6" presStyleCnt="10"/>
      <dgm:spPr/>
    </dgm:pt>
    <dgm:pt modelId="{0CFD46E0-A3BD-4EF3-8F83-D4E402165469}" type="pres">
      <dgm:prSet presAssocID="{6F4373F8-6B75-448A-9F30-313BB7DAF6D4}" presName="bottomArc2" presStyleLbl="parChTrans1D1" presStyleIdx="7" presStyleCnt="10"/>
      <dgm:spPr/>
    </dgm:pt>
    <dgm:pt modelId="{FF649843-694E-4ECF-8D7F-B6EC050B73DD}" type="pres">
      <dgm:prSet presAssocID="{6F4373F8-6B75-448A-9F30-313BB7DAF6D4}" presName="topConnNode2" presStyleLbl="node2" presStyleIdx="0" presStyleCnt="0"/>
      <dgm:spPr/>
    </dgm:pt>
    <dgm:pt modelId="{4B11BC0E-E33A-4B18-961D-77FA3E28782C}" type="pres">
      <dgm:prSet presAssocID="{6F4373F8-6B75-448A-9F30-313BB7DAF6D4}" presName="hierChild4" presStyleCnt="0"/>
      <dgm:spPr/>
    </dgm:pt>
    <dgm:pt modelId="{68F225E0-C12B-45F6-85B7-34DFA21B0615}" type="pres">
      <dgm:prSet presAssocID="{6F4373F8-6B75-448A-9F30-313BB7DAF6D4}" presName="hierChild5" presStyleCnt="0"/>
      <dgm:spPr/>
    </dgm:pt>
    <dgm:pt modelId="{F79AD306-A63A-406B-963C-87BCB9B2209E}" type="pres">
      <dgm:prSet presAssocID="{3D309346-D39E-419D-8785-F0C08A6D3A94}" presName="hierChild3" presStyleCnt="0"/>
      <dgm:spPr/>
    </dgm:pt>
    <dgm:pt modelId="{1A499F7A-FDA1-4BAC-A1CB-64EBFFE3C3B1}" type="pres">
      <dgm:prSet presAssocID="{3F425238-2091-48C6-8F77-625C44554976}" presName="Name101" presStyleLbl="parChTrans1D2" presStyleIdx="3" presStyleCnt="4"/>
      <dgm:spPr/>
    </dgm:pt>
    <dgm:pt modelId="{B3A4D335-5856-4D1C-ADF2-984A4FFFC76A}" type="pres">
      <dgm:prSet presAssocID="{F9CA381D-9084-4C4F-BE6B-D14871609B04}" presName="hierRoot3" presStyleCnt="0">
        <dgm:presLayoutVars>
          <dgm:hierBranch val="init"/>
        </dgm:presLayoutVars>
      </dgm:prSet>
      <dgm:spPr/>
    </dgm:pt>
    <dgm:pt modelId="{30221B19-1FEE-44AA-9703-E8573E307322}" type="pres">
      <dgm:prSet presAssocID="{F9CA381D-9084-4C4F-BE6B-D14871609B04}" presName="rootComposite3" presStyleCnt="0"/>
      <dgm:spPr/>
    </dgm:pt>
    <dgm:pt modelId="{D89064B2-8166-457E-BEE5-0A0B23E6E89A}" type="pres">
      <dgm:prSet presAssocID="{F9CA381D-9084-4C4F-BE6B-D14871609B04}" presName="rootText3" presStyleLbl="alignAcc1" presStyleIdx="0" presStyleCnt="0" custScaleX="159999" custLinFactNeighborX="-11156" custLinFactNeighborY="-57995">
        <dgm:presLayoutVars>
          <dgm:chPref val="3"/>
        </dgm:presLayoutVars>
      </dgm:prSet>
      <dgm:spPr/>
    </dgm:pt>
    <dgm:pt modelId="{24C05097-6B0E-4AA2-8EE5-17F80FAE4102}" type="pres">
      <dgm:prSet presAssocID="{F9CA381D-9084-4C4F-BE6B-D14871609B04}" presName="topArc3" presStyleLbl="parChTrans1D1" presStyleIdx="8" presStyleCnt="10"/>
      <dgm:spPr/>
    </dgm:pt>
    <dgm:pt modelId="{BB69D9E4-D34D-4AEB-BC5F-B0B492F5C27F}" type="pres">
      <dgm:prSet presAssocID="{F9CA381D-9084-4C4F-BE6B-D14871609B04}" presName="bottomArc3" presStyleLbl="parChTrans1D1" presStyleIdx="9" presStyleCnt="10"/>
      <dgm:spPr/>
    </dgm:pt>
    <dgm:pt modelId="{ABDA1766-F9BA-4A28-ADDC-70ABDAE9E76E}" type="pres">
      <dgm:prSet presAssocID="{F9CA381D-9084-4C4F-BE6B-D14871609B04}" presName="topConnNode3" presStyleLbl="asst1" presStyleIdx="0" presStyleCnt="0"/>
      <dgm:spPr/>
    </dgm:pt>
    <dgm:pt modelId="{C5CECC26-1A00-43F4-8DE6-4EB84ED257A3}" type="pres">
      <dgm:prSet presAssocID="{F9CA381D-9084-4C4F-BE6B-D14871609B04}" presName="hierChild6" presStyleCnt="0"/>
      <dgm:spPr/>
    </dgm:pt>
    <dgm:pt modelId="{0742854E-FFD3-4CFB-B980-2E48D8A92D1B}" type="pres">
      <dgm:prSet presAssocID="{F9CA381D-9084-4C4F-BE6B-D14871609B04}" presName="hierChild7" presStyleCnt="0"/>
      <dgm:spPr/>
    </dgm:pt>
  </dgm:ptLst>
  <dgm:cxnLst>
    <dgm:cxn modelId="{8E16370A-E551-459C-806A-A3028E2A0DB3}" type="presOf" srcId="{3F425238-2091-48C6-8F77-625C44554976}" destId="{1A499F7A-FDA1-4BAC-A1CB-64EBFFE3C3B1}" srcOrd="0" destOrd="0" presId="urn:microsoft.com/office/officeart/2008/layout/HalfCircleOrganizationChart"/>
    <dgm:cxn modelId="{9F42F71C-D150-4C1C-8D48-26C520B037ED}" type="presOf" srcId="{3D309346-D39E-419D-8785-F0C08A6D3A94}" destId="{1F652FD6-8F0D-49B1-9228-03BC4AAD1716}" srcOrd="1" destOrd="0" presId="urn:microsoft.com/office/officeart/2008/layout/HalfCircleOrganizationChart"/>
    <dgm:cxn modelId="{686DD71F-30C0-407C-B6BA-AACD92EFF134}" type="presOf" srcId="{3D309346-D39E-419D-8785-F0C08A6D3A94}" destId="{C7F0F420-163A-43F2-B238-7DF4184127E2}" srcOrd="0" destOrd="0" presId="urn:microsoft.com/office/officeart/2008/layout/HalfCircleOrganizationChart"/>
    <dgm:cxn modelId="{7E912024-58DF-4D2D-A77A-90E81A3A2903}" type="presOf" srcId="{B6653CAD-4908-4084-88C8-E93A45A35427}" destId="{98F4BE2D-DFA0-42BA-98FE-89F82CFD6BDB}" srcOrd="0" destOrd="0" presId="urn:microsoft.com/office/officeart/2008/layout/HalfCircleOrganizationChart"/>
    <dgm:cxn modelId="{7A8EC924-271B-4E40-BD4C-45026EF78948}" srcId="{B6653CAD-4908-4084-88C8-E93A45A35427}" destId="{3D309346-D39E-419D-8785-F0C08A6D3A94}" srcOrd="0" destOrd="0" parTransId="{682A4147-F807-4D1F-A6A5-7A6D7070DCB5}" sibTransId="{D6196FE3-1BE9-4480-85A6-0A84CD337BE0}"/>
    <dgm:cxn modelId="{CCA05844-7D7D-4139-853E-EB289A1D6874}" type="presOf" srcId="{37DEA511-F5C3-45AA-92D7-28CFDB3D886E}" destId="{2AB58F4B-D473-467D-B668-BC8ABCFB0D6A}" srcOrd="0" destOrd="0" presId="urn:microsoft.com/office/officeart/2008/layout/HalfCircleOrganizationChart"/>
    <dgm:cxn modelId="{C27F2845-6870-47CE-8AA4-DF16B4E527D7}" srcId="{3D309346-D39E-419D-8785-F0C08A6D3A94}" destId="{F9CA381D-9084-4C4F-BE6B-D14871609B04}" srcOrd="0" destOrd="0" parTransId="{3F425238-2091-48C6-8F77-625C44554976}" sibTransId="{95AE2F49-E054-4509-A34F-EABE048EA938}"/>
    <dgm:cxn modelId="{AA2A9D71-A3FB-4690-8048-264A8E36711B}" type="presOf" srcId="{6F4373F8-6B75-448A-9F30-313BB7DAF6D4}" destId="{959B5193-6299-4241-B9C8-7A415BB1A0A5}" srcOrd="0" destOrd="0" presId="urn:microsoft.com/office/officeart/2008/layout/HalfCircleOrganizationChart"/>
    <dgm:cxn modelId="{02F5BA56-DEEC-4806-BA35-E61B7DF1274E}" type="presOf" srcId="{6F4373F8-6B75-448A-9F30-313BB7DAF6D4}" destId="{FF649843-694E-4ECF-8D7F-B6EC050B73DD}" srcOrd="1" destOrd="0" presId="urn:microsoft.com/office/officeart/2008/layout/HalfCircleOrganizationChart"/>
    <dgm:cxn modelId="{03692D57-35C3-465F-8545-93921A71EFFF}" srcId="{3D309346-D39E-419D-8785-F0C08A6D3A94}" destId="{37DEA511-F5C3-45AA-92D7-28CFDB3D886E}" srcOrd="2" destOrd="0" parTransId="{E7642277-4777-4BD0-8983-B28D8E54DB2E}" sibTransId="{DB3C443E-3BD0-431A-8CA4-2EE7C924142E}"/>
    <dgm:cxn modelId="{5608098C-8E24-4748-A869-A7552F9351D4}" srcId="{3D309346-D39E-419D-8785-F0C08A6D3A94}" destId="{889FBA84-1065-4086-B118-146A89FD6E3C}" srcOrd="1" destOrd="0" parTransId="{C6D6B708-6E01-419E-BB8E-6C4DBBF2A9EB}" sibTransId="{1652F516-C7E1-4149-8F07-FE4DFD555549}"/>
    <dgm:cxn modelId="{02DA1F8E-D3AC-4E43-A440-15DB57D00DCB}" type="presOf" srcId="{9C0B8EF0-CC72-4055-9D63-2979B90051F8}" destId="{C36BEF4C-73A4-466F-BC69-C23A3041BF92}" srcOrd="0" destOrd="0" presId="urn:microsoft.com/office/officeart/2008/layout/HalfCircleOrganizationChart"/>
    <dgm:cxn modelId="{6D57099B-2195-48C6-8FC5-C1188E86397F}" srcId="{3D309346-D39E-419D-8785-F0C08A6D3A94}" destId="{6F4373F8-6B75-448A-9F30-313BB7DAF6D4}" srcOrd="3" destOrd="0" parTransId="{9C0B8EF0-CC72-4055-9D63-2979B90051F8}" sibTransId="{0BF95641-0649-41A0-B7EE-8C994F3B4F2A}"/>
    <dgm:cxn modelId="{2D0EFDB9-59CE-4376-8BF5-D13817F5DAAB}" type="presOf" srcId="{F9CA381D-9084-4C4F-BE6B-D14871609B04}" destId="{D89064B2-8166-457E-BEE5-0A0B23E6E89A}" srcOrd="0" destOrd="0" presId="urn:microsoft.com/office/officeart/2008/layout/HalfCircleOrganizationChart"/>
    <dgm:cxn modelId="{506FC2D6-9D80-4AEB-916E-7A3A089E9D23}" type="presOf" srcId="{C6D6B708-6E01-419E-BB8E-6C4DBBF2A9EB}" destId="{8E249396-9C02-4CBA-9513-E0574BB1291D}" srcOrd="0" destOrd="0" presId="urn:microsoft.com/office/officeart/2008/layout/HalfCircleOrganizationChart"/>
    <dgm:cxn modelId="{A09A73D8-FADC-42A4-9A42-5D5DCBE184A6}" type="presOf" srcId="{889FBA84-1065-4086-B118-146A89FD6E3C}" destId="{7399FE76-9A40-40E6-B141-0C9C65F3B3A7}" srcOrd="0" destOrd="0" presId="urn:microsoft.com/office/officeart/2008/layout/HalfCircleOrganizationChart"/>
    <dgm:cxn modelId="{ECAF36DD-C401-4905-B0C6-47EFA65E1FD3}" type="presOf" srcId="{F9CA381D-9084-4C4F-BE6B-D14871609B04}" destId="{ABDA1766-F9BA-4A28-ADDC-70ABDAE9E76E}" srcOrd="1" destOrd="0" presId="urn:microsoft.com/office/officeart/2008/layout/HalfCircleOrganizationChart"/>
    <dgm:cxn modelId="{B2915CDD-0A36-4B75-B7D4-1EE591201339}" type="presOf" srcId="{889FBA84-1065-4086-B118-146A89FD6E3C}" destId="{FD87930F-C404-4505-AC82-BAB02FA11903}" srcOrd="1" destOrd="0" presId="urn:microsoft.com/office/officeart/2008/layout/HalfCircleOrganizationChart"/>
    <dgm:cxn modelId="{1E5F1AEF-1C85-4E46-9DA3-48259533F6FB}" type="presOf" srcId="{37DEA511-F5C3-45AA-92D7-28CFDB3D886E}" destId="{045879BB-7F08-4735-B6F6-9D5CEE6802F2}" srcOrd="1" destOrd="0" presId="urn:microsoft.com/office/officeart/2008/layout/HalfCircleOrganizationChart"/>
    <dgm:cxn modelId="{213274F7-DB83-4AAE-B71C-2A89467D500A}" type="presOf" srcId="{E7642277-4777-4BD0-8983-B28D8E54DB2E}" destId="{AFDA4C15-81F4-49D4-9D16-386B15F634F9}" srcOrd="0" destOrd="0" presId="urn:microsoft.com/office/officeart/2008/layout/HalfCircleOrganizationChart"/>
    <dgm:cxn modelId="{F6D050E7-D1AD-4765-8734-41107976C426}" type="presParOf" srcId="{98F4BE2D-DFA0-42BA-98FE-89F82CFD6BDB}" destId="{EE28DCA7-C927-4092-B35A-C58C41928E80}" srcOrd="0" destOrd="0" presId="urn:microsoft.com/office/officeart/2008/layout/HalfCircleOrganizationChart"/>
    <dgm:cxn modelId="{F05310B5-BFC3-4D8B-AE7F-BF860615EAC9}" type="presParOf" srcId="{EE28DCA7-C927-4092-B35A-C58C41928E80}" destId="{A1F6B226-8D9B-46EE-AA71-9EEB9A730E21}" srcOrd="0" destOrd="0" presId="urn:microsoft.com/office/officeart/2008/layout/HalfCircleOrganizationChart"/>
    <dgm:cxn modelId="{B3D9C769-3D44-44D8-9B17-5596980DB587}" type="presParOf" srcId="{A1F6B226-8D9B-46EE-AA71-9EEB9A730E21}" destId="{C7F0F420-163A-43F2-B238-7DF4184127E2}" srcOrd="0" destOrd="0" presId="urn:microsoft.com/office/officeart/2008/layout/HalfCircleOrganizationChart"/>
    <dgm:cxn modelId="{39814852-DEAD-44FA-A888-868312B03185}" type="presParOf" srcId="{A1F6B226-8D9B-46EE-AA71-9EEB9A730E21}" destId="{85CD6FBC-F4ED-4FD0-B696-551C17FBD5B6}" srcOrd="1" destOrd="0" presId="urn:microsoft.com/office/officeart/2008/layout/HalfCircleOrganizationChart"/>
    <dgm:cxn modelId="{531D1872-3EBE-40E3-A82D-A5F7AC3E2FF2}" type="presParOf" srcId="{A1F6B226-8D9B-46EE-AA71-9EEB9A730E21}" destId="{CE3D2EA8-9884-4045-9967-56E7AAFCA735}" srcOrd="2" destOrd="0" presId="urn:microsoft.com/office/officeart/2008/layout/HalfCircleOrganizationChart"/>
    <dgm:cxn modelId="{45734189-BB5B-4EC1-A9C2-A988F60F0010}" type="presParOf" srcId="{A1F6B226-8D9B-46EE-AA71-9EEB9A730E21}" destId="{1F652FD6-8F0D-49B1-9228-03BC4AAD1716}" srcOrd="3" destOrd="0" presId="urn:microsoft.com/office/officeart/2008/layout/HalfCircleOrganizationChart"/>
    <dgm:cxn modelId="{4767FE9B-016C-489B-926D-5F4FE45E0688}" type="presParOf" srcId="{EE28DCA7-C927-4092-B35A-C58C41928E80}" destId="{2C516B17-67F4-4657-9E53-D1E2C5EC09F5}" srcOrd="1" destOrd="0" presId="urn:microsoft.com/office/officeart/2008/layout/HalfCircleOrganizationChart"/>
    <dgm:cxn modelId="{6FFA484D-F17B-4E03-89EE-A4097A9487F6}" type="presParOf" srcId="{2C516B17-67F4-4657-9E53-D1E2C5EC09F5}" destId="{8E249396-9C02-4CBA-9513-E0574BB1291D}" srcOrd="0" destOrd="0" presId="urn:microsoft.com/office/officeart/2008/layout/HalfCircleOrganizationChart"/>
    <dgm:cxn modelId="{706B0F9A-07AF-4F91-972C-2C2E8429FA03}" type="presParOf" srcId="{2C516B17-67F4-4657-9E53-D1E2C5EC09F5}" destId="{1F34A3EC-D24C-459C-AD65-EF5C82C56E93}" srcOrd="1" destOrd="0" presId="urn:microsoft.com/office/officeart/2008/layout/HalfCircleOrganizationChart"/>
    <dgm:cxn modelId="{777030F2-1F00-4436-B222-E9EAFCD0D9A5}" type="presParOf" srcId="{1F34A3EC-D24C-459C-AD65-EF5C82C56E93}" destId="{D241FDC1-E292-45A1-A72A-120803278233}" srcOrd="0" destOrd="0" presId="urn:microsoft.com/office/officeart/2008/layout/HalfCircleOrganizationChart"/>
    <dgm:cxn modelId="{4B11F2DF-8C9D-46D4-891C-CD1B026FF3D3}" type="presParOf" srcId="{D241FDC1-E292-45A1-A72A-120803278233}" destId="{7399FE76-9A40-40E6-B141-0C9C65F3B3A7}" srcOrd="0" destOrd="0" presId="urn:microsoft.com/office/officeart/2008/layout/HalfCircleOrganizationChart"/>
    <dgm:cxn modelId="{9406E92A-D0F7-433F-9034-79D7DD6C205D}" type="presParOf" srcId="{D241FDC1-E292-45A1-A72A-120803278233}" destId="{73EFF692-B26A-46FD-A2F2-0F7E0CFA6A94}" srcOrd="1" destOrd="0" presId="urn:microsoft.com/office/officeart/2008/layout/HalfCircleOrganizationChart"/>
    <dgm:cxn modelId="{A24F1AB6-C927-41ED-AB26-011583146893}" type="presParOf" srcId="{D241FDC1-E292-45A1-A72A-120803278233}" destId="{D81C20B9-A6AE-4E57-864D-E4230D836256}" srcOrd="2" destOrd="0" presId="urn:microsoft.com/office/officeart/2008/layout/HalfCircleOrganizationChart"/>
    <dgm:cxn modelId="{C890A8C3-F734-40B3-BCC7-2EF89BD37D31}" type="presParOf" srcId="{D241FDC1-E292-45A1-A72A-120803278233}" destId="{FD87930F-C404-4505-AC82-BAB02FA11903}" srcOrd="3" destOrd="0" presId="urn:microsoft.com/office/officeart/2008/layout/HalfCircleOrganizationChart"/>
    <dgm:cxn modelId="{64472E4D-3818-495E-8104-2E0DAE0F4304}" type="presParOf" srcId="{1F34A3EC-D24C-459C-AD65-EF5C82C56E93}" destId="{2036D529-7FA3-4692-9CD9-246BC736628C}" srcOrd="1" destOrd="0" presId="urn:microsoft.com/office/officeart/2008/layout/HalfCircleOrganizationChart"/>
    <dgm:cxn modelId="{A9DF1280-1409-4B04-8713-A8FAC9A164DC}" type="presParOf" srcId="{1F34A3EC-D24C-459C-AD65-EF5C82C56E93}" destId="{870282BD-A58F-4CCE-A0FC-4F73CC6681C4}" srcOrd="2" destOrd="0" presId="urn:microsoft.com/office/officeart/2008/layout/HalfCircleOrganizationChart"/>
    <dgm:cxn modelId="{AA506BAA-B57A-4E96-8C51-C183621987FD}" type="presParOf" srcId="{2C516B17-67F4-4657-9E53-D1E2C5EC09F5}" destId="{AFDA4C15-81F4-49D4-9D16-386B15F634F9}" srcOrd="2" destOrd="0" presId="urn:microsoft.com/office/officeart/2008/layout/HalfCircleOrganizationChart"/>
    <dgm:cxn modelId="{CE82D595-BF48-42D3-A62C-2094FB0F7DFF}" type="presParOf" srcId="{2C516B17-67F4-4657-9E53-D1E2C5EC09F5}" destId="{4F29F9D0-6F6A-4748-A359-9DDCEC8233C3}" srcOrd="3" destOrd="0" presId="urn:microsoft.com/office/officeart/2008/layout/HalfCircleOrganizationChart"/>
    <dgm:cxn modelId="{D8151AAB-32B8-403B-BBF9-18ED3C417473}" type="presParOf" srcId="{4F29F9D0-6F6A-4748-A359-9DDCEC8233C3}" destId="{52FB6C85-9F20-41C0-B2E3-3E41BF412250}" srcOrd="0" destOrd="0" presId="urn:microsoft.com/office/officeart/2008/layout/HalfCircleOrganizationChart"/>
    <dgm:cxn modelId="{33FE9A07-8994-4812-A96A-75584FC968C7}" type="presParOf" srcId="{52FB6C85-9F20-41C0-B2E3-3E41BF412250}" destId="{2AB58F4B-D473-467D-B668-BC8ABCFB0D6A}" srcOrd="0" destOrd="0" presId="urn:microsoft.com/office/officeart/2008/layout/HalfCircleOrganizationChart"/>
    <dgm:cxn modelId="{A0426A26-A208-4F97-A89C-D5D4730A0F89}" type="presParOf" srcId="{52FB6C85-9F20-41C0-B2E3-3E41BF412250}" destId="{A8F61AC7-6CED-4B17-8D99-1087F469716E}" srcOrd="1" destOrd="0" presId="urn:microsoft.com/office/officeart/2008/layout/HalfCircleOrganizationChart"/>
    <dgm:cxn modelId="{2063F483-4EFB-493F-BD38-0F983C5B1BEF}" type="presParOf" srcId="{52FB6C85-9F20-41C0-B2E3-3E41BF412250}" destId="{AC36DE50-9658-4449-BEB6-8BCDB0C5703E}" srcOrd="2" destOrd="0" presId="urn:microsoft.com/office/officeart/2008/layout/HalfCircleOrganizationChart"/>
    <dgm:cxn modelId="{128FA229-4044-45AC-B3FE-D2B62C7E935F}" type="presParOf" srcId="{52FB6C85-9F20-41C0-B2E3-3E41BF412250}" destId="{045879BB-7F08-4735-B6F6-9D5CEE6802F2}" srcOrd="3" destOrd="0" presId="urn:microsoft.com/office/officeart/2008/layout/HalfCircleOrganizationChart"/>
    <dgm:cxn modelId="{E77232DA-FAD5-4908-AA8A-FB121EF68080}" type="presParOf" srcId="{4F29F9D0-6F6A-4748-A359-9DDCEC8233C3}" destId="{8FDAF664-02BE-403C-93CA-E38A44C09074}" srcOrd="1" destOrd="0" presId="urn:microsoft.com/office/officeart/2008/layout/HalfCircleOrganizationChart"/>
    <dgm:cxn modelId="{54E6B91F-6DB7-4439-A406-F61A0A57A2D4}" type="presParOf" srcId="{4F29F9D0-6F6A-4748-A359-9DDCEC8233C3}" destId="{787D1DAC-156A-4B33-B58D-C85633312F8E}" srcOrd="2" destOrd="0" presId="urn:microsoft.com/office/officeart/2008/layout/HalfCircleOrganizationChart"/>
    <dgm:cxn modelId="{8D7F06DC-2752-4489-8927-E76867580C3C}" type="presParOf" srcId="{2C516B17-67F4-4657-9E53-D1E2C5EC09F5}" destId="{C36BEF4C-73A4-466F-BC69-C23A3041BF92}" srcOrd="4" destOrd="0" presId="urn:microsoft.com/office/officeart/2008/layout/HalfCircleOrganizationChart"/>
    <dgm:cxn modelId="{FCD75D9A-16AE-447E-8B76-A87B67379FE9}" type="presParOf" srcId="{2C516B17-67F4-4657-9E53-D1E2C5EC09F5}" destId="{9351CF39-4E96-44CF-BB38-5AC727576029}" srcOrd="5" destOrd="0" presId="urn:microsoft.com/office/officeart/2008/layout/HalfCircleOrganizationChart"/>
    <dgm:cxn modelId="{E04D56E0-34EB-4D6C-B750-F0B3E9B3D782}" type="presParOf" srcId="{9351CF39-4E96-44CF-BB38-5AC727576029}" destId="{B9502F53-3949-4C30-A84F-66B61011D670}" srcOrd="0" destOrd="0" presId="urn:microsoft.com/office/officeart/2008/layout/HalfCircleOrganizationChart"/>
    <dgm:cxn modelId="{4212FEDF-3DD4-42B3-8FB7-A99224C353FA}" type="presParOf" srcId="{B9502F53-3949-4C30-A84F-66B61011D670}" destId="{959B5193-6299-4241-B9C8-7A415BB1A0A5}" srcOrd="0" destOrd="0" presId="urn:microsoft.com/office/officeart/2008/layout/HalfCircleOrganizationChart"/>
    <dgm:cxn modelId="{70541AFB-4BE2-480E-9D00-34655CBF0E35}" type="presParOf" srcId="{B9502F53-3949-4C30-A84F-66B61011D670}" destId="{5BD284CB-4D6F-474E-963D-EA0233688D8B}" srcOrd="1" destOrd="0" presId="urn:microsoft.com/office/officeart/2008/layout/HalfCircleOrganizationChart"/>
    <dgm:cxn modelId="{698F6EA0-D02A-4C63-859B-C53D413B70B9}" type="presParOf" srcId="{B9502F53-3949-4C30-A84F-66B61011D670}" destId="{0CFD46E0-A3BD-4EF3-8F83-D4E402165469}" srcOrd="2" destOrd="0" presId="urn:microsoft.com/office/officeart/2008/layout/HalfCircleOrganizationChart"/>
    <dgm:cxn modelId="{CC68977C-59BE-4B1E-9148-CF01A717B3F5}" type="presParOf" srcId="{B9502F53-3949-4C30-A84F-66B61011D670}" destId="{FF649843-694E-4ECF-8D7F-B6EC050B73DD}" srcOrd="3" destOrd="0" presId="urn:microsoft.com/office/officeart/2008/layout/HalfCircleOrganizationChart"/>
    <dgm:cxn modelId="{0E7861AC-A4DA-45FC-8CB7-3F6AC10390C7}" type="presParOf" srcId="{9351CF39-4E96-44CF-BB38-5AC727576029}" destId="{4B11BC0E-E33A-4B18-961D-77FA3E28782C}" srcOrd="1" destOrd="0" presId="urn:microsoft.com/office/officeart/2008/layout/HalfCircleOrganizationChart"/>
    <dgm:cxn modelId="{B6C077C1-579F-47D8-8FB2-A914FADF59DC}" type="presParOf" srcId="{9351CF39-4E96-44CF-BB38-5AC727576029}" destId="{68F225E0-C12B-45F6-85B7-34DFA21B0615}" srcOrd="2" destOrd="0" presId="urn:microsoft.com/office/officeart/2008/layout/HalfCircleOrganizationChart"/>
    <dgm:cxn modelId="{8334E3B2-3758-443C-BEB2-6B9CBB9631B8}" type="presParOf" srcId="{EE28DCA7-C927-4092-B35A-C58C41928E80}" destId="{F79AD306-A63A-406B-963C-87BCB9B2209E}" srcOrd="2" destOrd="0" presId="urn:microsoft.com/office/officeart/2008/layout/HalfCircleOrganizationChart"/>
    <dgm:cxn modelId="{F4D94037-D405-40CE-8A84-31AB06328ACC}" type="presParOf" srcId="{F79AD306-A63A-406B-963C-87BCB9B2209E}" destId="{1A499F7A-FDA1-4BAC-A1CB-64EBFFE3C3B1}" srcOrd="0" destOrd="0" presId="urn:microsoft.com/office/officeart/2008/layout/HalfCircleOrganizationChart"/>
    <dgm:cxn modelId="{6CA83C90-2BE8-4B19-8730-49A796778374}" type="presParOf" srcId="{F79AD306-A63A-406B-963C-87BCB9B2209E}" destId="{B3A4D335-5856-4D1C-ADF2-984A4FFFC76A}" srcOrd="1" destOrd="0" presId="urn:microsoft.com/office/officeart/2008/layout/HalfCircleOrganizationChart"/>
    <dgm:cxn modelId="{F8FA42E7-893F-4AFD-B9B9-8CD7076C853E}" type="presParOf" srcId="{B3A4D335-5856-4D1C-ADF2-984A4FFFC76A}" destId="{30221B19-1FEE-44AA-9703-E8573E307322}" srcOrd="0" destOrd="0" presId="urn:microsoft.com/office/officeart/2008/layout/HalfCircleOrganizationChart"/>
    <dgm:cxn modelId="{F7A51F41-4D90-44F9-A7E3-BC37197F2755}" type="presParOf" srcId="{30221B19-1FEE-44AA-9703-E8573E307322}" destId="{D89064B2-8166-457E-BEE5-0A0B23E6E89A}" srcOrd="0" destOrd="0" presId="urn:microsoft.com/office/officeart/2008/layout/HalfCircleOrganizationChart"/>
    <dgm:cxn modelId="{A7B72E5D-D5A9-486F-B795-016B876CBFC8}" type="presParOf" srcId="{30221B19-1FEE-44AA-9703-E8573E307322}" destId="{24C05097-6B0E-4AA2-8EE5-17F80FAE4102}" srcOrd="1" destOrd="0" presId="urn:microsoft.com/office/officeart/2008/layout/HalfCircleOrganizationChart"/>
    <dgm:cxn modelId="{0317F8EE-2CC9-447B-8763-7E6BD84766AF}" type="presParOf" srcId="{30221B19-1FEE-44AA-9703-E8573E307322}" destId="{BB69D9E4-D34D-4AEB-BC5F-B0B492F5C27F}" srcOrd="2" destOrd="0" presId="urn:microsoft.com/office/officeart/2008/layout/HalfCircleOrganizationChart"/>
    <dgm:cxn modelId="{74B0ED8A-151F-4E66-8EB0-9F709DE6468B}" type="presParOf" srcId="{30221B19-1FEE-44AA-9703-E8573E307322}" destId="{ABDA1766-F9BA-4A28-ADDC-70ABDAE9E76E}" srcOrd="3" destOrd="0" presId="urn:microsoft.com/office/officeart/2008/layout/HalfCircleOrganizationChart"/>
    <dgm:cxn modelId="{15182087-5F52-496C-802E-1811FCC12AB8}" type="presParOf" srcId="{B3A4D335-5856-4D1C-ADF2-984A4FFFC76A}" destId="{C5CECC26-1A00-43F4-8DE6-4EB84ED257A3}" srcOrd="1" destOrd="0" presId="urn:microsoft.com/office/officeart/2008/layout/HalfCircleOrganizationChart"/>
    <dgm:cxn modelId="{83298193-EF0E-45DC-81A6-26AB906727A5}" type="presParOf" srcId="{B3A4D335-5856-4D1C-ADF2-984A4FFFC76A}" destId="{0742854E-FFD3-4CFB-B980-2E48D8A92D1B}" srcOrd="2" destOrd="0" presId="urn:microsoft.com/office/officeart/2008/layout/HalfCircleOrganizationChar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90E3B96-331F-4B71-9CA8-FCC020C1947F}"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EAF132A7-782E-48D6-80FB-57541F63A732}">
      <dgm:prSet phldrT="[Text]" custT="1"/>
      <dgm:spPr/>
      <dgm:t>
        <a:bodyPr/>
        <a:lstStyle/>
        <a:p>
          <a:r>
            <a:rPr lang="en-US" sz="4000" dirty="0">
              <a:latin typeface="Agency FB" panose="020B0503020202020204" pitchFamily="34" charset="0"/>
            </a:rPr>
            <a:t>System design</a:t>
          </a:r>
        </a:p>
      </dgm:t>
    </dgm:pt>
    <dgm:pt modelId="{DF043CAE-F06D-45BB-986A-B426652336B9}" cxnId="{480596EE-B2ED-457E-911C-A4744DE12088}" type="parTrans">
      <dgm:prSet/>
      <dgm:spPr/>
      <dgm:t>
        <a:bodyPr/>
        <a:lstStyle/>
        <a:p>
          <a:endParaRPr lang="en-US"/>
        </a:p>
      </dgm:t>
    </dgm:pt>
    <dgm:pt modelId="{3A37AEF9-FE08-493F-A5CB-3DCA0CA675E9}" cxnId="{480596EE-B2ED-457E-911C-A4744DE12088}" type="sibTrans">
      <dgm:prSet/>
      <dgm:spPr/>
      <dgm:t>
        <a:bodyPr/>
        <a:lstStyle/>
        <a:p>
          <a:endParaRPr lang="en-US"/>
        </a:p>
      </dgm:t>
    </dgm:pt>
    <dgm:pt modelId="{B3DD9C2A-7F2B-45AF-B334-9A740365E0A0}">
      <dgm:prSet phldrT="[Text]" custT="1"/>
      <dgm:spPr/>
      <dgm:t>
        <a:bodyPr/>
        <a:lstStyle/>
        <a:p>
          <a:r>
            <a:rPr lang="en-US" sz="4000" dirty="0">
              <a:latin typeface="Agency FB" panose="020B0503020202020204" pitchFamily="34" charset="0"/>
            </a:rPr>
            <a:t>Module division </a:t>
          </a:r>
        </a:p>
      </dgm:t>
    </dgm:pt>
    <dgm:pt modelId="{910B861A-026B-4C74-8D5D-EF216BA87FD5}" cxnId="{A5600C87-5527-4034-B18B-5B2F80792FA7}" type="parTrans">
      <dgm:prSet/>
      <dgm:spPr/>
      <dgm:t>
        <a:bodyPr/>
        <a:lstStyle/>
        <a:p>
          <a:endParaRPr lang="en-US"/>
        </a:p>
      </dgm:t>
    </dgm:pt>
    <dgm:pt modelId="{6B5751C3-5776-4890-A9A4-C583934B62D3}" cxnId="{A5600C87-5527-4034-B18B-5B2F80792FA7}" type="sibTrans">
      <dgm:prSet/>
      <dgm:spPr/>
      <dgm:t>
        <a:bodyPr/>
        <a:lstStyle/>
        <a:p>
          <a:endParaRPr lang="en-US"/>
        </a:p>
      </dgm:t>
    </dgm:pt>
    <dgm:pt modelId="{BDA9EAC7-BE4B-4F0F-8FA9-0E97CECA5652}">
      <dgm:prSet phldrT="[Text]" custT="1"/>
      <dgm:spPr/>
      <dgm:t>
        <a:bodyPr/>
        <a:lstStyle/>
        <a:p>
          <a:r>
            <a:rPr lang="en-US" sz="4000" dirty="0">
              <a:latin typeface="Agency FB" panose="020B0503020202020204" pitchFamily="34" charset="0"/>
            </a:rPr>
            <a:t>E R diagram</a:t>
          </a:r>
        </a:p>
      </dgm:t>
    </dgm:pt>
    <dgm:pt modelId="{90F16F9D-4248-42BD-A7DB-829A2BEDCF70}" cxnId="{B36819EE-C58E-466B-8076-28778D38F635}" type="parTrans">
      <dgm:prSet/>
      <dgm:spPr/>
      <dgm:t>
        <a:bodyPr/>
        <a:lstStyle/>
        <a:p>
          <a:endParaRPr lang="en-US"/>
        </a:p>
      </dgm:t>
    </dgm:pt>
    <dgm:pt modelId="{9DC11771-3292-4F11-8C17-9929F5B59AC4}" cxnId="{B36819EE-C58E-466B-8076-28778D38F635}" type="sibTrans">
      <dgm:prSet/>
      <dgm:spPr/>
      <dgm:t>
        <a:bodyPr/>
        <a:lstStyle/>
        <a:p>
          <a:endParaRPr lang="en-US"/>
        </a:p>
      </dgm:t>
    </dgm:pt>
    <dgm:pt modelId="{BE771905-0896-47FE-AF67-68B5DC022C2B}">
      <dgm:prSet phldrT="[Text]" custT="1"/>
      <dgm:spPr/>
      <dgm:t>
        <a:bodyPr/>
        <a:lstStyle/>
        <a:p>
          <a:r>
            <a:rPr lang="en-US" sz="4000" dirty="0">
              <a:latin typeface="Agency FB" panose="020B0503020202020204" pitchFamily="34" charset="0"/>
            </a:rPr>
            <a:t> UML diagram</a:t>
          </a:r>
        </a:p>
      </dgm:t>
    </dgm:pt>
    <dgm:pt modelId="{4591FA67-3AA6-4698-9398-604EAC0BE812}" cxnId="{20162D45-3FC0-4A38-891C-F7F45C1ABB94}" type="parTrans">
      <dgm:prSet/>
      <dgm:spPr/>
      <dgm:t>
        <a:bodyPr/>
        <a:lstStyle/>
        <a:p>
          <a:endParaRPr lang="en-US"/>
        </a:p>
      </dgm:t>
    </dgm:pt>
    <dgm:pt modelId="{8665CEF4-332C-4D17-9684-60D9EAC59EDB}" cxnId="{20162D45-3FC0-4A38-891C-F7F45C1ABB94}" type="sibTrans">
      <dgm:prSet/>
      <dgm:spPr/>
      <dgm:t>
        <a:bodyPr/>
        <a:lstStyle/>
        <a:p>
          <a:endParaRPr lang="en-US"/>
        </a:p>
      </dgm:t>
    </dgm:pt>
    <dgm:pt modelId="{CE9F81F2-4BC9-48E0-B5CB-3497FD0B8227}" type="pres">
      <dgm:prSet presAssocID="{490E3B96-331F-4B71-9CA8-FCC020C1947F}" presName="hierChild1" presStyleCnt="0">
        <dgm:presLayoutVars>
          <dgm:orgChart val="1"/>
          <dgm:chPref val="1"/>
          <dgm:dir/>
          <dgm:animOne val="branch"/>
          <dgm:animLvl val="lvl"/>
          <dgm:resizeHandles/>
        </dgm:presLayoutVars>
      </dgm:prSet>
      <dgm:spPr/>
    </dgm:pt>
    <dgm:pt modelId="{AD55B542-F927-47B8-80BA-95CD143D3FA8}" type="pres">
      <dgm:prSet presAssocID="{EAF132A7-782E-48D6-80FB-57541F63A732}" presName="hierRoot1" presStyleCnt="0">
        <dgm:presLayoutVars>
          <dgm:hierBranch val="init"/>
        </dgm:presLayoutVars>
      </dgm:prSet>
      <dgm:spPr/>
    </dgm:pt>
    <dgm:pt modelId="{FD4A4A68-BDCC-4CCD-B1A9-EBE0BF1F4BB4}" type="pres">
      <dgm:prSet presAssocID="{EAF132A7-782E-48D6-80FB-57541F63A732}" presName="rootComposite1" presStyleCnt="0"/>
      <dgm:spPr/>
    </dgm:pt>
    <dgm:pt modelId="{E7694D97-4E4E-4077-A70B-3B64207F4146}" type="pres">
      <dgm:prSet presAssocID="{EAF132A7-782E-48D6-80FB-57541F63A732}" presName="rootText1" presStyleLbl="node0" presStyleIdx="0" presStyleCnt="1" custScaleX="189361">
        <dgm:presLayoutVars>
          <dgm:chPref val="3"/>
        </dgm:presLayoutVars>
      </dgm:prSet>
      <dgm:spPr/>
    </dgm:pt>
    <dgm:pt modelId="{1AD391AE-300A-4664-A291-10464CB8D9A5}" type="pres">
      <dgm:prSet presAssocID="{EAF132A7-782E-48D6-80FB-57541F63A732}" presName="rootConnector1" presStyleLbl="node1" presStyleIdx="0" presStyleCnt="0"/>
      <dgm:spPr/>
    </dgm:pt>
    <dgm:pt modelId="{08BF50FD-4B3B-4DD3-A15B-AA12203066C3}" type="pres">
      <dgm:prSet presAssocID="{EAF132A7-782E-48D6-80FB-57541F63A732}" presName="hierChild2" presStyleCnt="0"/>
      <dgm:spPr/>
    </dgm:pt>
    <dgm:pt modelId="{E3F7BA89-95BC-4085-891E-2BEAA5726502}" type="pres">
      <dgm:prSet presAssocID="{910B861A-026B-4C74-8D5D-EF216BA87FD5}" presName="Name37" presStyleLbl="parChTrans1D2" presStyleIdx="0" presStyleCnt="3"/>
      <dgm:spPr/>
    </dgm:pt>
    <dgm:pt modelId="{59949FA5-72C2-4F79-8AE3-23E98A37723D}" type="pres">
      <dgm:prSet presAssocID="{B3DD9C2A-7F2B-45AF-B334-9A740365E0A0}" presName="hierRoot2" presStyleCnt="0">
        <dgm:presLayoutVars>
          <dgm:hierBranch val="init"/>
        </dgm:presLayoutVars>
      </dgm:prSet>
      <dgm:spPr/>
    </dgm:pt>
    <dgm:pt modelId="{5A79CB69-0551-4383-89E4-8AF8DDB9CC84}" type="pres">
      <dgm:prSet presAssocID="{B3DD9C2A-7F2B-45AF-B334-9A740365E0A0}" presName="rootComposite" presStyleCnt="0"/>
      <dgm:spPr/>
    </dgm:pt>
    <dgm:pt modelId="{6F085703-C8B4-4B4A-8C54-0979A1A11007}" type="pres">
      <dgm:prSet presAssocID="{B3DD9C2A-7F2B-45AF-B334-9A740365E0A0}" presName="rootText" presStyleLbl="node2" presStyleIdx="0" presStyleCnt="3" custScaleX="125963">
        <dgm:presLayoutVars>
          <dgm:chPref val="3"/>
        </dgm:presLayoutVars>
      </dgm:prSet>
      <dgm:spPr/>
    </dgm:pt>
    <dgm:pt modelId="{4C719304-BF43-436C-966B-8446A2C19725}" type="pres">
      <dgm:prSet presAssocID="{B3DD9C2A-7F2B-45AF-B334-9A740365E0A0}" presName="rootConnector" presStyleLbl="node2" presStyleIdx="0" presStyleCnt="3"/>
      <dgm:spPr/>
    </dgm:pt>
    <dgm:pt modelId="{B0AC2058-AC62-4E2A-BF90-D1F213B0D8E7}" type="pres">
      <dgm:prSet presAssocID="{B3DD9C2A-7F2B-45AF-B334-9A740365E0A0}" presName="hierChild4" presStyleCnt="0"/>
      <dgm:spPr/>
    </dgm:pt>
    <dgm:pt modelId="{4355618A-A687-412E-80C0-48659A683FF9}" type="pres">
      <dgm:prSet presAssocID="{B3DD9C2A-7F2B-45AF-B334-9A740365E0A0}" presName="hierChild5" presStyleCnt="0"/>
      <dgm:spPr/>
    </dgm:pt>
    <dgm:pt modelId="{F40BAB01-5E19-4A8C-BAD3-80F180E43881}" type="pres">
      <dgm:prSet presAssocID="{90F16F9D-4248-42BD-A7DB-829A2BEDCF70}" presName="Name37" presStyleLbl="parChTrans1D2" presStyleIdx="1" presStyleCnt="3"/>
      <dgm:spPr/>
    </dgm:pt>
    <dgm:pt modelId="{B25B3B34-7B78-4678-81CD-DCBDF852B0B1}" type="pres">
      <dgm:prSet presAssocID="{BDA9EAC7-BE4B-4F0F-8FA9-0E97CECA5652}" presName="hierRoot2" presStyleCnt="0">
        <dgm:presLayoutVars>
          <dgm:hierBranch val="init"/>
        </dgm:presLayoutVars>
      </dgm:prSet>
      <dgm:spPr/>
    </dgm:pt>
    <dgm:pt modelId="{D3895096-433F-4660-AC9B-68F45BBFBFFA}" type="pres">
      <dgm:prSet presAssocID="{BDA9EAC7-BE4B-4F0F-8FA9-0E97CECA5652}" presName="rootComposite" presStyleCnt="0"/>
      <dgm:spPr/>
    </dgm:pt>
    <dgm:pt modelId="{0AEFAE14-DB28-4944-A6A2-78618E80D36A}" type="pres">
      <dgm:prSet presAssocID="{BDA9EAC7-BE4B-4F0F-8FA9-0E97CECA5652}" presName="rootText" presStyleLbl="node2" presStyleIdx="1" presStyleCnt="3" custScaleX="127631">
        <dgm:presLayoutVars>
          <dgm:chPref val="3"/>
        </dgm:presLayoutVars>
      </dgm:prSet>
      <dgm:spPr/>
    </dgm:pt>
    <dgm:pt modelId="{E6DDB308-D9F5-440B-946F-FF8731BDE99D}" type="pres">
      <dgm:prSet presAssocID="{BDA9EAC7-BE4B-4F0F-8FA9-0E97CECA5652}" presName="rootConnector" presStyleLbl="node2" presStyleIdx="1" presStyleCnt="3"/>
      <dgm:spPr/>
    </dgm:pt>
    <dgm:pt modelId="{84923FDA-4E16-42F9-9BAC-6ACDAC93826B}" type="pres">
      <dgm:prSet presAssocID="{BDA9EAC7-BE4B-4F0F-8FA9-0E97CECA5652}" presName="hierChild4" presStyleCnt="0"/>
      <dgm:spPr/>
    </dgm:pt>
    <dgm:pt modelId="{03848BDA-7702-43F5-8D69-91F6F0C5251B}" type="pres">
      <dgm:prSet presAssocID="{BDA9EAC7-BE4B-4F0F-8FA9-0E97CECA5652}" presName="hierChild5" presStyleCnt="0"/>
      <dgm:spPr/>
    </dgm:pt>
    <dgm:pt modelId="{9FC65F08-5648-4FF8-B08C-11D10001E89D}" type="pres">
      <dgm:prSet presAssocID="{4591FA67-3AA6-4698-9398-604EAC0BE812}" presName="Name37" presStyleLbl="parChTrans1D2" presStyleIdx="2" presStyleCnt="3"/>
      <dgm:spPr/>
    </dgm:pt>
    <dgm:pt modelId="{8A11BC11-DD0D-42F6-9D77-67BE983071AC}" type="pres">
      <dgm:prSet presAssocID="{BE771905-0896-47FE-AF67-68B5DC022C2B}" presName="hierRoot2" presStyleCnt="0">
        <dgm:presLayoutVars>
          <dgm:hierBranch val="init"/>
        </dgm:presLayoutVars>
      </dgm:prSet>
      <dgm:spPr/>
    </dgm:pt>
    <dgm:pt modelId="{A6500E2D-E438-4864-8EC7-B76D47D87591}" type="pres">
      <dgm:prSet presAssocID="{BE771905-0896-47FE-AF67-68B5DC022C2B}" presName="rootComposite" presStyleCnt="0"/>
      <dgm:spPr/>
    </dgm:pt>
    <dgm:pt modelId="{DD1CEF7A-24AB-47FA-ABE7-177CCDCA2A53}" type="pres">
      <dgm:prSet presAssocID="{BE771905-0896-47FE-AF67-68B5DC022C2B}" presName="rootText" presStyleLbl="node2" presStyleIdx="2" presStyleCnt="3" custScaleX="131668">
        <dgm:presLayoutVars>
          <dgm:chPref val="3"/>
        </dgm:presLayoutVars>
      </dgm:prSet>
      <dgm:spPr/>
    </dgm:pt>
    <dgm:pt modelId="{6CC99B6F-00BD-4152-A7D9-4EB99DF374BA}" type="pres">
      <dgm:prSet presAssocID="{BE771905-0896-47FE-AF67-68B5DC022C2B}" presName="rootConnector" presStyleLbl="node2" presStyleIdx="2" presStyleCnt="3"/>
      <dgm:spPr/>
    </dgm:pt>
    <dgm:pt modelId="{B528A1FC-94CE-4CAB-93D5-242D02F7F7CB}" type="pres">
      <dgm:prSet presAssocID="{BE771905-0896-47FE-AF67-68B5DC022C2B}" presName="hierChild4" presStyleCnt="0"/>
      <dgm:spPr/>
    </dgm:pt>
    <dgm:pt modelId="{6F2290B8-FF6D-4127-8CC0-4A827DE15018}" type="pres">
      <dgm:prSet presAssocID="{BE771905-0896-47FE-AF67-68B5DC022C2B}" presName="hierChild5" presStyleCnt="0"/>
      <dgm:spPr/>
    </dgm:pt>
    <dgm:pt modelId="{A9CAD294-DC4C-41C7-A49F-2CBC441470CB}" type="pres">
      <dgm:prSet presAssocID="{EAF132A7-782E-48D6-80FB-57541F63A732}" presName="hierChild3" presStyleCnt="0"/>
      <dgm:spPr/>
    </dgm:pt>
  </dgm:ptLst>
  <dgm:cxnLst>
    <dgm:cxn modelId="{CA694414-A7C6-43CA-ADAD-442BAA70A0CE}" type="presOf" srcId="{BDA9EAC7-BE4B-4F0F-8FA9-0E97CECA5652}" destId="{E6DDB308-D9F5-440B-946F-FF8731BDE99D}" srcOrd="1" destOrd="0" presId="urn:microsoft.com/office/officeart/2005/8/layout/orgChart1"/>
    <dgm:cxn modelId="{0F199E15-BF54-4F43-88EF-2B71E9559DA4}" type="presOf" srcId="{90F16F9D-4248-42BD-A7DB-829A2BEDCF70}" destId="{F40BAB01-5E19-4A8C-BAD3-80F180E43881}" srcOrd="0" destOrd="0" presId="urn:microsoft.com/office/officeart/2005/8/layout/orgChart1"/>
    <dgm:cxn modelId="{E0A04A2A-3CB9-493E-A0FB-BFC36D0205CE}" type="presOf" srcId="{EAF132A7-782E-48D6-80FB-57541F63A732}" destId="{1AD391AE-300A-4664-A291-10464CB8D9A5}" srcOrd="1" destOrd="0" presId="urn:microsoft.com/office/officeart/2005/8/layout/orgChart1"/>
    <dgm:cxn modelId="{9A7A9C3B-700E-4403-965B-E9EC6BF6C268}" type="presOf" srcId="{B3DD9C2A-7F2B-45AF-B334-9A740365E0A0}" destId="{6F085703-C8B4-4B4A-8C54-0979A1A11007}" srcOrd="0" destOrd="0" presId="urn:microsoft.com/office/officeart/2005/8/layout/orgChart1"/>
    <dgm:cxn modelId="{20162D45-3FC0-4A38-891C-F7F45C1ABB94}" srcId="{EAF132A7-782E-48D6-80FB-57541F63A732}" destId="{BE771905-0896-47FE-AF67-68B5DC022C2B}" srcOrd="2" destOrd="0" parTransId="{4591FA67-3AA6-4698-9398-604EAC0BE812}" sibTransId="{8665CEF4-332C-4D17-9684-60D9EAC59EDB}"/>
    <dgm:cxn modelId="{1956DC6A-8794-470E-8444-E48CBDC07CBE}" type="presOf" srcId="{BE771905-0896-47FE-AF67-68B5DC022C2B}" destId="{DD1CEF7A-24AB-47FA-ABE7-177CCDCA2A53}" srcOrd="0" destOrd="0" presId="urn:microsoft.com/office/officeart/2005/8/layout/orgChart1"/>
    <dgm:cxn modelId="{A4AC347E-B701-408B-A606-1965963C76A2}" type="presOf" srcId="{EAF132A7-782E-48D6-80FB-57541F63A732}" destId="{E7694D97-4E4E-4077-A70B-3B64207F4146}" srcOrd="0" destOrd="0" presId="urn:microsoft.com/office/officeart/2005/8/layout/orgChart1"/>
    <dgm:cxn modelId="{39ABA785-EA27-4B91-B0FD-C4FDBC755E25}" type="presOf" srcId="{B3DD9C2A-7F2B-45AF-B334-9A740365E0A0}" destId="{4C719304-BF43-436C-966B-8446A2C19725}" srcOrd="1" destOrd="0" presId="urn:microsoft.com/office/officeart/2005/8/layout/orgChart1"/>
    <dgm:cxn modelId="{A5600C87-5527-4034-B18B-5B2F80792FA7}" srcId="{EAF132A7-782E-48D6-80FB-57541F63A732}" destId="{B3DD9C2A-7F2B-45AF-B334-9A740365E0A0}" srcOrd="0" destOrd="0" parTransId="{910B861A-026B-4C74-8D5D-EF216BA87FD5}" sibTransId="{6B5751C3-5776-4890-A9A4-C583934B62D3}"/>
    <dgm:cxn modelId="{AB0B8CA8-EB97-4BD2-AD31-49C2C4948262}" type="presOf" srcId="{910B861A-026B-4C74-8D5D-EF216BA87FD5}" destId="{E3F7BA89-95BC-4085-891E-2BEAA5726502}" srcOrd="0" destOrd="0" presId="urn:microsoft.com/office/officeart/2005/8/layout/orgChart1"/>
    <dgm:cxn modelId="{55526AC0-4E51-4408-B0E4-903A68DE0191}" type="presOf" srcId="{490E3B96-331F-4B71-9CA8-FCC020C1947F}" destId="{CE9F81F2-4BC9-48E0-B5CB-3497FD0B8227}" srcOrd="0" destOrd="0" presId="urn:microsoft.com/office/officeart/2005/8/layout/orgChart1"/>
    <dgm:cxn modelId="{5E58FFCF-6DB2-4EDF-97CE-B2182C8C9161}" type="presOf" srcId="{BDA9EAC7-BE4B-4F0F-8FA9-0E97CECA5652}" destId="{0AEFAE14-DB28-4944-A6A2-78618E80D36A}" srcOrd="0" destOrd="0" presId="urn:microsoft.com/office/officeart/2005/8/layout/orgChart1"/>
    <dgm:cxn modelId="{B36819EE-C58E-466B-8076-28778D38F635}" srcId="{EAF132A7-782E-48D6-80FB-57541F63A732}" destId="{BDA9EAC7-BE4B-4F0F-8FA9-0E97CECA5652}" srcOrd="1" destOrd="0" parTransId="{90F16F9D-4248-42BD-A7DB-829A2BEDCF70}" sibTransId="{9DC11771-3292-4F11-8C17-9929F5B59AC4}"/>
    <dgm:cxn modelId="{480596EE-B2ED-457E-911C-A4744DE12088}" srcId="{490E3B96-331F-4B71-9CA8-FCC020C1947F}" destId="{EAF132A7-782E-48D6-80FB-57541F63A732}" srcOrd="0" destOrd="0" parTransId="{DF043CAE-F06D-45BB-986A-B426652336B9}" sibTransId="{3A37AEF9-FE08-493F-A5CB-3DCA0CA675E9}"/>
    <dgm:cxn modelId="{8CE49CEF-4AF0-475F-BFD2-E60ABB3FD01F}" type="presOf" srcId="{BE771905-0896-47FE-AF67-68B5DC022C2B}" destId="{6CC99B6F-00BD-4152-A7D9-4EB99DF374BA}" srcOrd="1" destOrd="0" presId="urn:microsoft.com/office/officeart/2005/8/layout/orgChart1"/>
    <dgm:cxn modelId="{663AF9FC-C61B-4435-AF1D-FBAEEF02E922}" type="presOf" srcId="{4591FA67-3AA6-4698-9398-604EAC0BE812}" destId="{9FC65F08-5648-4FF8-B08C-11D10001E89D}" srcOrd="0" destOrd="0" presId="urn:microsoft.com/office/officeart/2005/8/layout/orgChart1"/>
    <dgm:cxn modelId="{46B1E639-0CD3-4E5C-A14D-77339552D8F3}" type="presParOf" srcId="{CE9F81F2-4BC9-48E0-B5CB-3497FD0B8227}" destId="{AD55B542-F927-47B8-80BA-95CD143D3FA8}" srcOrd="0" destOrd="0" presId="urn:microsoft.com/office/officeart/2005/8/layout/orgChart1"/>
    <dgm:cxn modelId="{C2D65669-48CE-4C90-9A2A-4559F45E629C}" type="presParOf" srcId="{AD55B542-F927-47B8-80BA-95CD143D3FA8}" destId="{FD4A4A68-BDCC-4CCD-B1A9-EBE0BF1F4BB4}" srcOrd="0" destOrd="0" presId="urn:microsoft.com/office/officeart/2005/8/layout/orgChart1"/>
    <dgm:cxn modelId="{1905013C-7756-454E-8A32-61A68E876919}" type="presParOf" srcId="{FD4A4A68-BDCC-4CCD-B1A9-EBE0BF1F4BB4}" destId="{E7694D97-4E4E-4077-A70B-3B64207F4146}" srcOrd="0" destOrd="0" presId="urn:microsoft.com/office/officeart/2005/8/layout/orgChart1"/>
    <dgm:cxn modelId="{7020F940-9A7C-4205-B092-FC702F6A0467}" type="presParOf" srcId="{FD4A4A68-BDCC-4CCD-B1A9-EBE0BF1F4BB4}" destId="{1AD391AE-300A-4664-A291-10464CB8D9A5}" srcOrd="1" destOrd="0" presId="urn:microsoft.com/office/officeart/2005/8/layout/orgChart1"/>
    <dgm:cxn modelId="{48D3705A-ADD3-4C79-954D-407A073C24A2}" type="presParOf" srcId="{AD55B542-F927-47B8-80BA-95CD143D3FA8}" destId="{08BF50FD-4B3B-4DD3-A15B-AA12203066C3}" srcOrd="1" destOrd="0" presId="urn:microsoft.com/office/officeart/2005/8/layout/orgChart1"/>
    <dgm:cxn modelId="{FD006424-1D04-40AA-B0C6-4EA0FC2F492A}" type="presParOf" srcId="{08BF50FD-4B3B-4DD3-A15B-AA12203066C3}" destId="{E3F7BA89-95BC-4085-891E-2BEAA5726502}" srcOrd="0" destOrd="0" presId="urn:microsoft.com/office/officeart/2005/8/layout/orgChart1"/>
    <dgm:cxn modelId="{D3F8DA3C-7B0F-40BD-9EF7-00AB9515B43D}" type="presParOf" srcId="{08BF50FD-4B3B-4DD3-A15B-AA12203066C3}" destId="{59949FA5-72C2-4F79-8AE3-23E98A37723D}" srcOrd="1" destOrd="0" presId="urn:microsoft.com/office/officeart/2005/8/layout/orgChart1"/>
    <dgm:cxn modelId="{DB5E49D9-67A1-4379-AAAC-5E10168E7DEB}" type="presParOf" srcId="{59949FA5-72C2-4F79-8AE3-23E98A37723D}" destId="{5A79CB69-0551-4383-89E4-8AF8DDB9CC84}" srcOrd="0" destOrd="0" presId="urn:microsoft.com/office/officeart/2005/8/layout/orgChart1"/>
    <dgm:cxn modelId="{88BE7237-089E-459D-A6F2-1902785FDEF4}" type="presParOf" srcId="{5A79CB69-0551-4383-89E4-8AF8DDB9CC84}" destId="{6F085703-C8B4-4B4A-8C54-0979A1A11007}" srcOrd="0" destOrd="0" presId="urn:microsoft.com/office/officeart/2005/8/layout/orgChart1"/>
    <dgm:cxn modelId="{F4D1F2B8-74CA-4887-A20F-B143E09E6FB2}" type="presParOf" srcId="{5A79CB69-0551-4383-89E4-8AF8DDB9CC84}" destId="{4C719304-BF43-436C-966B-8446A2C19725}" srcOrd="1" destOrd="0" presId="urn:microsoft.com/office/officeart/2005/8/layout/orgChart1"/>
    <dgm:cxn modelId="{D7FD8C17-DA89-49F9-87C3-8D1C00848DD9}" type="presParOf" srcId="{59949FA5-72C2-4F79-8AE3-23E98A37723D}" destId="{B0AC2058-AC62-4E2A-BF90-D1F213B0D8E7}" srcOrd="1" destOrd="0" presId="urn:microsoft.com/office/officeart/2005/8/layout/orgChart1"/>
    <dgm:cxn modelId="{CBA0D6EF-4264-4256-82C9-29589D302DA6}" type="presParOf" srcId="{59949FA5-72C2-4F79-8AE3-23E98A37723D}" destId="{4355618A-A687-412E-80C0-48659A683FF9}" srcOrd="2" destOrd="0" presId="urn:microsoft.com/office/officeart/2005/8/layout/orgChart1"/>
    <dgm:cxn modelId="{972BA227-F155-4B23-8101-B716FD7D09E4}" type="presParOf" srcId="{08BF50FD-4B3B-4DD3-A15B-AA12203066C3}" destId="{F40BAB01-5E19-4A8C-BAD3-80F180E43881}" srcOrd="2" destOrd="0" presId="urn:microsoft.com/office/officeart/2005/8/layout/orgChart1"/>
    <dgm:cxn modelId="{79FCCD63-400F-41E1-B45C-0C5594518356}" type="presParOf" srcId="{08BF50FD-4B3B-4DD3-A15B-AA12203066C3}" destId="{B25B3B34-7B78-4678-81CD-DCBDF852B0B1}" srcOrd="3" destOrd="0" presId="urn:microsoft.com/office/officeart/2005/8/layout/orgChart1"/>
    <dgm:cxn modelId="{EA0F0B75-C45A-4530-974F-96C925DE1626}" type="presParOf" srcId="{B25B3B34-7B78-4678-81CD-DCBDF852B0B1}" destId="{D3895096-433F-4660-AC9B-68F45BBFBFFA}" srcOrd="0" destOrd="0" presId="urn:microsoft.com/office/officeart/2005/8/layout/orgChart1"/>
    <dgm:cxn modelId="{AADCC9C3-1187-4ED2-87B9-DC1520099882}" type="presParOf" srcId="{D3895096-433F-4660-AC9B-68F45BBFBFFA}" destId="{0AEFAE14-DB28-4944-A6A2-78618E80D36A}" srcOrd="0" destOrd="0" presId="urn:microsoft.com/office/officeart/2005/8/layout/orgChart1"/>
    <dgm:cxn modelId="{CC7BF400-06B3-42D9-958E-C7653D593EBF}" type="presParOf" srcId="{D3895096-433F-4660-AC9B-68F45BBFBFFA}" destId="{E6DDB308-D9F5-440B-946F-FF8731BDE99D}" srcOrd="1" destOrd="0" presId="urn:microsoft.com/office/officeart/2005/8/layout/orgChart1"/>
    <dgm:cxn modelId="{8FBE9C44-1CB8-4993-844F-3648ACCB7AC0}" type="presParOf" srcId="{B25B3B34-7B78-4678-81CD-DCBDF852B0B1}" destId="{84923FDA-4E16-42F9-9BAC-6ACDAC93826B}" srcOrd="1" destOrd="0" presId="urn:microsoft.com/office/officeart/2005/8/layout/orgChart1"/>
    <dgm:cxn modelId="{E056ADBF-D4CD-4508-B256-0F73E4E72F71}" type="presParOf" srcId="{B25B3B34-7B78-4678-81CD-DCBDF852B0B1}" destId="{03848BDA-7702-43F5-8D69-91F6F0C5251B}" srcOrd="2" destOrd="0" presId="urn:microsoft.com/office/officeart/2005/8/layout/orgChart1"/>
    <dgm:cxn modelId="{34BB7246-CB5D-4D8E-809C-521001082EB0}" type="presParOf" srcId="{08BF50FD-4B3B-4DD3-A15B-AA12203066C3}" destId="{9FC65F08-5648-4FF8-B08C-11D10001E89D}" srcOrd="4" destOrd="0" presId="urn:microsoft.com/office/officeart/2005/8/layout/orgChart1"/>
    <dgm:cxn modelId="{23BA4E42-A255-4FF3-B311-9D2D92A93379}" type="presParOf" srcId="{08BF50FD-4B3B-4DD3-A15B-AA12203066C3}" destId="{8A11BC11-DD0D-42F6-9D77-67BE983071AC}" srcOrd="5" destOrd="0" presId="urn:microsoft.com/office/officeart/2005/8/layout/orgChart1"/>
    <dgm:cxn modelId="{D1A90A0B-3A37-49BB-B6D0-863F2A915C7D}" type="presParOf" srcId="{8A11BC11-DD0D-42F6-9D77-67BE983071AC}" destId="{A6500E2D-E438-4864-8EC7-B76D47D87591}" srcOrd="0" destOrd="0" presId="urn:microsoft.com/office/officeart/2005/8/layout/orgChart1"/>
    <dgm:cxn modelId="{C0B23832-0087-41A8-BB63-A6160BFCBE15}" type="presParOf" srcId="{A6500E2D-E438-4864-8EC7-B76D47D87591}" destId="{DD1CEF7A-24AB-47FA-ABE7-177CCDCA2A53}" srcOrd="0" destOrd="0" presId="urn:microsoft.com/office/officeart/2005/8/layout/orgChart1"/>
    <dgm:cxn modelId="{49A5DF29-1A8B-4CAD-B1C4-6B577BDAE6F2}" type="presParOf" srcId="{A6500E2D-E438-4864-8EC7-B76D47D87591}" destId="{6CC99B6F-00BD-4152-A7D9-4EB99DF374BA}" srcOrd="1" destOrd="0" presId="urn:microsoft.com/office/officeart/2005/8/layout/orgChart1"/>
    <dgm:cxn modelId="{A5D10A25-9F24-4E6B-A5C5-964AFBE616B4}" type="presParOf" srcId="{8A11BC11-DD0D-42F6-9D77-67BE983071AC}" destId="{B528A1FC-94CE-4CAB-93D5-242D02F7F7CB}" srcOrd="1" destOrd="0" presId="urn:microsoft.com/office/officeart/2005/8/layout/orgChart1"/>
    <dgm:cxn modelId="{EFA27025-ED95-4C57-8DCA-C6A2F23E0394}" type="presParOf" srcId="{8A11BC11-DD0D-42F6-9D77-67BE983071AC}" destId="{6F2290B8-FF6D-4127-8CC0-4A827DE15018}" srcOrd="2" destOrd="0" presId="urn:microsoft.com/office/officeart/2005/8/layout/orgChart1"/>
    <dgm:cxn modelId="{179A9387-7A31-4BA4-B6C6-9E6345A2D82A}" type="presParOf" srcId="{AD55B542-F927-47B8-80BA-95CD143D3FA8}" destId="{A9CAD294-DC4C-41C7-A49F-2CBC441470CB}" srcOrd="2" destOrd="0" presId="urn:microsoft.com/office/officeart/2005/8/layout/orgChar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128000" cy="5418667"/>
        <a:chOff x="0" y="0"/>
        <a:chExt cx="8128000" cy="5418667"/>
      </a:xfrm>
    </dsp:grpSpPr>
    <dsp:sp modelId="{21949885-D48E-4CA0-8E4E-5F9888DE2568}">
      <dsp:nvSpPr>
        <dsp:cNvPr id="7" name="Freeform 6"/>
        <dsp:cNvSpPr/>
      </dsp:nvSpPr>
      <dsp:spPr bwMode="white">
        <a:xfrm>
          <a:off x="1188304" y="1802880"/>
          <a:ext cx="2914340" cy="1155997"/>
        </a:xfrm>
        <a:custGeom>
          <a:avLst/>
          <a:gdLst/>
          <a:ahLst/>
          <a:cxnLst/>
          <a:pathLst>
            <a:path w="4590" h="1820">
              <a:moveTo>
                <a:pt x="4590" y="0"/>
              </a:moveTo>
              <a:lnTo>
                <a:pt x="4590" y="1193"/>
              </a:lnTo>
              <a:lnTo>
                <a:pt x="0" y="1193"/>
              </a:lnTo>
              <a:lnTo>
                <a:pt x="0" y="1820"/>
              </a:lnTo>
            </a:path>
          </a:pathLst>
        </a:custGeom>
      </dsp:spPr>
      <dsp:style>
        <a:lnRef idx="2">
          <a:schemeClr val="accent1">
            <a:shade val="60000"/>
          </a:schemeClr>
        </a:lnRef>
        <a:fillRef idx="0">
          <a:schemeClr val="accent1"/>
        </a:fillRef>
        <a:effectRef idx="0">
          <a:scrgbClr r="0" g="0" b="0"/>
        </a:effectRef>
        <a:fontRef idx="minor"/>
      </dsp:style>
      <dsp:txXfrm>
        <a:off x="1188304" y="1802880"/>
        <a:ext cx="2914340" cy="1155997"/>
      </dsp:txXfrm>
    </dsp:sp>
    <dsp:sp modelId="{BFD8548A-9D15-4698-B1B9-F6B1374FB45F}">
      <dsp:nvSpPr>
        <dsp:cNvPr id="12" name="Freeform 11"/>
        <dsp:cNvSpPr/>
      </dsp:nvSpPr>
      <dsp:spPr bwMode="white">
        <a:xfrm>
          <a:off x="4064000" y="1802880"/>
          <a:ext cx="38644" cy="1155997"/>
        </a:xfrm>
        <a:custGeom>
          <a:avLst/>
          <a:gdLst/>
          <a:ahLst/>
          <a:cxnLst/>
          <a:pathLst>
            <a:path w="61" h="1820">
              <a:moveTo>
                <a:pt x="61" y="0"/>
              </a:moveTo>
              <a:lnTo>
                <a:pt x="61" y="1193"/>
              </a:lnTo>
              <a:lnTo>
                <a:pt x="0" y="1193"/>
              </a:lnTo>
              <a:lnTo>
                <a:pt x="0" y="1820"/>
              </a:lnTo>
            </a:path>
          </a:pathLst>
        </a:custGeom>
      </dsp:spPr>
      <dsp:style>
        <a:lnRef idx="2">
          <a:schemeClr val="accent1">
            <a:shade val="60000"/>
          </a:schemeClr>
        </a:lnRef>
        <a:fillRef idx="0">
          <a:schemeClr val="accent1"/>
        </a:fillRef>
        <a:effectRef idx="0">
          <a:scrgbClr r="0" g="0" b="0"/>
        </a:effectRef>
        <a:fontRef idx="minor"/>
      </dsp:style>
      <dsp:txXfrm>
        <a:off x="4064000" y="1802880"/>
        <a:ext cx="38644" cy="1155997"/>
      </dsp:txXfrm>
    </dsp:sp>
    <dsp:sp modelId="{26E58659-E747-4B21-B42A-E7F67087F224}">
      <dsp:nvSpPr>
        <dsp:cNvPr id="17" name="Freeform 16"/>
        <dsp:cNvSpPr/>
      </dsp:nvSpPr>
      <dsp:spPr bwMode="white">
        <a:xfrm>
          <a:off x="4102644" y="1802880"/>
          <a:ext cx="2837052" cy="1155997"/>
        </a:xfrm>
        <a:custGeom>
          <a:avLst/>
          <a:gdLst/>
          <a:ahLst/>
          <a:cxnLst/>
          <a:pathLst>
            <a:path w="4468" h="1820">
              <a:moveTo>
                <a:pt x="0" y="0"/>
              </a:moveTo>
              <a:lnTo>
                <a:pt x="0" y="1193"/>
              </a:lnTo>
              <a:lnTo>
                <a:pt x="4468" y="1193"/>
              </a:lnTo>
              <a:lnTo>
                <a:pt x="4468" y="1820"/>
              </a:lnTo>
            </a:path>
          </a:pathLst>
        </a:custGeom>
      </dsp:spPr>
      <dsp:style>
        <a:lnRef idx="2">
          <a:schemeClr val="accent1">
            <a:shade val="60000"/>
          </a:schemeClr>
        </a:lnRef>
        <a:fillRef idx="0">
          <a:schemeClr val="accent1"/>
        </a:fillRef>
        <a:effectRef idx="0">
          <a:scrgbClr r="0" g="0" b="0"/>
        </a:effectRef>
        <a:fontRef idx="minor"/>
      </dsp:style>
      <dsp:txXfrm>
        <a:off x="4102644" y="1802880"/>
        <a:ext cx="2837052" cy="1155997"/>
      </dsp:txXfrm>
    </dsp:sp>
    <dsp:sp modelId="{648EBE5E-994B-4018-B8E4-901A252F4143}">
      <dsp:nvSpPr>
        <dsp:cNvPr id="4" name="Arc 3"/>
        <dsp:cNvSpPr/>
      </dsp:nvSpPr>
      <dsp:spPr bwMode="white">
        <a:xfrm>
          <a:off x="3153771" y="614576"/>
          <a:ext cx="1897745" cy="1188304"/>
        </a:xfrm>
        <a:prstGeom prst="arc">
          <a:avLst>
            <a:gd name="adj1" fmla="val 13200000"/>
            <a:gd name="adj2" fmla="val 19200000"/>
          </a:avLst>
        </a:prstGeom>
      </dsp:spPr>
      <dsp:style>
        <a:lnRef idx="2">
          <a:schemeClr val="accent1">
            <a:shade val="60000"/>
          </a:schemeClr>
        </a:lnRef>
        <a:fillRef idx="0">
          <a:schemeClr val="accent1"/>
        </a:fillRef>
        <a:effectRef idx="0">
          <a:scrgbClr r="0" g="0" b="0"/>
        </a:effectRef>
        <a:fontRef idx="minor"/>
      </dsp:style>
      <dsp:txXfrm>
        <a:off x="3153771" y="614576"/>
        <a:ext cx="1897745" cy="1188304"/>
      </dsp:txXfrm>
    </dsp:sp>
    <dsp:sp modelId="{39D999DD-0614-4252-A54A-4DE72B65A620}">
      <dsp:nvSpPr>
        <dsp:cNvPr id="5" name="Arc 4"/>
        <dsp:cNvSpPr/>
      </dsp:nvSpPr>
      <dsp:spPr bwMode="white">
        <a:xfrm>
          <a:off x="3153771" y="614576"/>
          <a:ext cx="1897745" cy="1188304"/>
        </a:xfrm>
        <a:prstGeom prst="arc">
          <a:avLst>
            <a:gd name="adj1" fmla="val 2400000"/>
            <a:gd name="adj2" fmla="val 8400000"/>
          </a:avLst>
        </a:prstGeom>
      </dsp:spPr>
      <dsp:style>
        <a:lnRef idx="2">
          <a:schemeClr val="accent1">
            <a:shade val="60000"/>
          </a:schemeClr>
        </a:lnRef>
        <a:fillRef idx="0">
          <a:schemeClr val="accent1"/>
        </a:fillRef>
        <a:effectRef idx="0">
          <a:scrgbClr r="0" g="0" b="0"/>
        </a:effectRef>
        <a:fontRef idx="minor"/>
      </dsp:style>
      <dsp:txXfrm>
        <a:off x="3153771" y="614576"/>
        <a:ext cx="1897745" cy="1188304"/>
      </dsp:txXfrm>
    </dsp:sp>
    <dsp:sp modelId="{9DD02F04-FC72-45CB-A652-E20AE6A526AD}">
      <dsp:nvSpPr>
        <dsp:cNvPr id="9" name="Arc 8"/>
        <dsp:cNvSpPr/>
      </dsp:nvSpPr>
      <dsp:spPr bwMode="white">
        <a:xfrm>
          <a:off x="594152" y="2958877"/>
          <a:ext cx="1188304" cy="1188304"/>
        </a:xfrm>
        <a:prstGeom prst="arc">
          <a:avLst>
            <a:gd name="adj1" fmla="val 13200000"/>
            <a:gd name="adj2" fmla="val 19200000"/>
          </a:avLst>
        </a:prstGeom>
      </dsp:spPr>
      <dsp:style>
        <a:lnRef idx="2">
          <a:schemeClr val="accent1">
            <a:shade val="60000"/>
          </a:schemeClr>
        </a:lnRef>
        <a:fillRef idx="0">
          <a:schemeClr val="accent1"/>
        </a:fillRef>
        <a:effectRef idx="0">
          <a:scrgbClr r="0" g="0" b="0"/>
        </a:effectRef>
        <a:fontRef idx="minor"/>
      </dsp:style>
      <dsp:txXfrm>
        <a:off x="594152" y="2958877"/>
        <a:ext cx="1188304" cy="1188304"/>
      </dsp:txXfrm>
    </dsp:sp>
    <dsp:sp modelId="{6785BEE1-05A4-4343-B6BC-A9BA702BE6E9}">
      <dsp:nvSpPr>
        <dsp:cNvPr id="10" name="Arc 9"/>
        <dsp:cNvSpPr/>
      </dsp:nvSpPr>
      <dsp:spPr bwMode="white">
        <a:xfrm>
          <a:off x="594152" y="2958877"/>
          <a:ext cx="1188304" cy="1188304"/>
        </a:xfrm>
        <a:prstGeom prst="arc">
          <a:avLst>
            <a:gd name="adj1" fmla="val 2400000"/>
            <a:gd name="adj2" fmla="val 8400000"/>
          </a:avLst>
        </a:prstGeom>
      </dsp:spPr>
      <dsp:style>
        <a:lnRef idx="2">
          <a:schemeClr val="accent1">
            <a:shade val="60000"/>
          </a:schemeClr>
        </a:lnRef>
        <a:fillRef idx="0">
          <a:schemeClr val="accent1"/>
        </a:fillRef>
        <a:effectRef idx="0">
          <a:scrgbClr r="0" g="0" b="0"/>
        </a:effectRef>
        <a:fontRef idx="minor"/>
      </dsp:style>
      <dsp:txXfrm>
        <a:off x="594152" y="2958877"/>
        <a:ext cx="1188304" cy="1188304"/>
      </dsp:txXfrm>
    </dsp:sp>
    <dsp:sp modelId="{1A9B44A6-7675-4B23-BEBE-6A7228178C0A}">
      <dsp:nvSpPr>
        <dsp:cNvPr id="14" name="Arc 13"/>
        <dsp:cNvSpPr/>
      </dsp:nvSpPr>
      <dsp:spPr bwMode="white">
        <a:xfrm>
          <a:off x="3469848" y="2958877"/>
          <a:ext cx="1188304" cy="1188304"/>
        </a:xfrm>
        <a:prstGeom prst="arc">
          <a:avLst>
            <a:gd name="adj1" fmla="val 13200000"/>
            <a:gd name="adj2" fmla="val 19200000"/>
          </a:avLst>
        </a:prstGeom>
      </dsp:spPr>
      <dsp:style>
        <a:lnRef idx="2">
          <a:schemeClr val="accent1">
            <a:shade val="60000"/>
          </a:schemeClr>
        </a:lnRef>
        <a:fillRef idx="0">
          <a:schemeClr val="accent1"/>
        </a:fillRef>
        <a:effectRef idx="0">
          <a:scrgbClr r="0" g="0" b="0"/>
        </a:effectRef>
        <a:fontRef idx="minor"/>
      </dsp:style>
      <dsp:txXfrm>
        <a:off x="3469848" y="2958877"/>
        <a:ext cx="1188304" cy="1188304"/>
      </dsp:txXfrm>
    </dsp:sp>
    <dsp:sp modelId="{ACA598E1-F864-4BDB-A4C9-8731461CD7A8}">
      <dsp:nvSpPr>
        <dsp:cNvPr id="15" name="Arc 14"/>
        <dsp:cNvSpPr/>
      </dsp:nvSpPr>
      <dsp:spPr bwMode="white">
        <a:xfrm>
          <a:off x="3469848" y="2958877"/>
          <a:ext cx="1188304" cy="1188304"/>
        </a:xfrm>
        <a:prstGeom prst="arc">
          <a:avLst>
            <a:gd name="adj1" fmla="val 2400000"/>
            <a:gd name="adj2" fmla="val 8400000"/>
          </a:avLst>
        </a:prstGeom>
      </dsp:spPr>
      <dsp:style>
        <a:lnRef idx="2">
          <a:schemeClr val="accent1">
            <a:shade val="60000"/>
          </a:schemeClr>
        </a:lnRef>
        <a:fillRef idx="0">
          <a:schemeClr val="accent1"/>
        </a:fillRef>
        <a:effectRef idx="0">
          <a:scrgbClr r="0" g="0" b="0"/>
        </a:effectRef>
        <a:fontRef idx="minor"/>
      </dsp:style>
      <dsp:txXfrm>
        <a:off x="3469848" y="2958877"/>
        <a:ext cx="1188304" cy="1188304"/>
      </dsp:txXfrm>
    </dsp:sp>
    <dsp:sp modelId="{11F6363B-C73D-4F2E-B9F5-E9E49A9986FE}">
      <dsp:nvSpPr>
        <dsp:cNvPr id="19" name="Arc 18"/>
        <dsp:cNvSpPr/>
      </dsp:nvSpPr>
      <dsp:spPr bwMode="white">
        <a:xfrm>
          <a:off x="6345544" y="2958877"/>
          <a:ext cx="1188304" cy="1188304"/>
        </a:xfrm>
        <a:prstGeom prst="arc">
          <a:avLst>
            <a:gd name="adj1" fmla="val 13200000"/>
            <a:gd name="adj2" fmla="val 19200000"/>
          </a:avLst>
        </a:prstGeom>
      </dsp:spPr>
      <dsp:style>
        <a:lnRef idx="2">
          <a:schemeClr val="accent1">
            <a:shade val="60000"/>
          </a:schemeClr>
        </a:lnRef>
        <a:fillRef idx="0">
          <a:schemeClr val="accent1"/>
        </a:fillRef>
        <a:effectRef idx="0">
          <a:scrgbClr r="0" g="0" b="0"/>
        </a:effectRef>
        <a:fontRef idx="minor"/>
      </dsp:style>
      <dsp:txXfrm>
        <a:off x="6345544" y="2958877"/>
        <a:ext cx="1188304" cy="1188304"/>
      </dsp:txXfrm>
    </dsp:sp>
    <dsp:sp modelId="{17E3CF47-4AF7-4470-BF73-F5F09F6DE5AE}">
      <dsp:nvSpPr>
        <dsp:cNvPr id="20" name="Arc 19"/>
        <dsp:cNvSpPr/>
      </dsp:nvSpPr>
      <dsp:spPr bwMode="white">
        <a:xfrm>
          <a:off x="6345544" y="2958877"/>
          <a:ext cx="1188304" cy="1188304"/>
        </a:xfrm>
        <a:prstGeom prst="arc">
          <a:avLst>
            <a:gd name="adj1" fmla="val 2400000"/>
            <a:gd name="adj2" fmla="val 8400000"/>
          </a:avLst>
        </a:prstGeom>
      </dsp:spPr>
      <dsp:style>
        <a:lnRef idx="2">
          <a:schemeClr val="accent1">
            <a:shade val="60000"/>
          </a:schemeClr>
        </a:lnRef>
        <a:fillRef idx="0">
          <a:schemeClr val="accent1"/>
        </a:fillRef>
        <a:effectRef idx="0">
          <a:scrgbClr r="0" g="0" b="0"/>
        </a:effectRef>
        <a:fontRef idx="minor"/>
      </dsp:style>
      <dsp:txXfrm>
        <a:off x="6345544" y="2958877"/>
        <a:ext cx="1188304" cy="1188304"/>
      </dsp:txXfrm>
    </dsp:sp>
    <dsp:sp modelId="{6333F693-0417-4B42-8B50-96D884DFDEDD}">
      <dsp:nvSpPr>
        <dsp:cNvPr id="3" name="Rectangles 2"/>
        <dsp:cNvSpPr/>
      </dsp:nvSpPr>
      <dsp:spPr bwMode="white">
        <a:xfrm>
          <a:off x="2204898" y="828471"/>
          <a:ext cx="3795491" cy="760515"/>
        </a:xfrm>
        <a:prstGeom prst="rect">
          <a:avLst/>
        </a:prstGeom>
        <a:noFill/>
        <a:ln>
          <a:noFill/>
        </a:ln>
      </dsp:spPr>
      <dsp:style>
        <a:lnRef idx="2">
          <a:schemeClr val="accent1"/>
        </a:lnRef>
        <a:fillRef idx="1">
          <a:schemeClr val="lt1">
            <a:alpha val="90000"/>
          </a:schemeClr>
        </a:fillRef>
        <a:effectRef idx="0">
          <a:scrgbClr r="0" g="0" b="0"/>
        </a:effectRef>
        <a:fontRef idx="minor"/>
      </dsp:style>
      <dsp:txBody>
        <a:bodyPr lIns="20320" tIns="20320" rIns="20320" bIns="2032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sz="3200" dirty="0">
              <a:solidFill>
                <a:schemeClr val="dk1"/>
              </a:solidFill>
              <a:latin typeface="Algerian" panose="04020705040A02060702" pitchFamily="82" charset="0"/>
            </a:rPr>
            <a:t>INTRODUCTION</a:t>
          </a:r>
          <a:endParaRPr>
            <a:solidFill>
              <a:schemeClr val="dk1"/>
            </a:solidFill>
          </a:endParaRPr>
        </a:p>
      </dsp:txBody>
      <dsp:txXfrm>
        <a:off x="2204898" y="828471"/>
        <a:ext cx="3795491" cy="760515"/>
      </dsp:txXfrm>
    </dsp:sp>
    <dsp:sp modelId="{78F869EC-361A-49C4-9955-9E74269C0D18}">
      <dsp:nvSpPr>
        <dsp:cNvPr id="6" name="Rectangles 5" hidden="1"/>
        <dsp:cNvSpPr/>
      </dsp:nvSpPr>
      <dsp:spPr bwMode="white">
        <a:xfrm>
          <a:off x="3381500" y="614576"/>
          <a:ext cx="1442287" cy="213895"/>
        </a:xfrm>
        <a:prstGeom prst="rect">
          <a:avLst/>
        </a:prstGeom>
      </dsp:spPr>
      <dsp:style>
        <a:lnRef idx="2">
          <a:schemeClr val="lt1"/>
        </a:lnRef>
        <a:fillRef idx="1">
          <a:schemeClr val="accent1"/>
        </a:fillRef>
        <a:effectRef idx="0">
          <a:scrgbClr r="0" g="0" b="0"/>
        </a:effectRef>
        <a:fontRef idx="minor">
          <a:schemeClr val="lt1"/>
        </a:fontRef>
      </dsp:style>
      <dsp:txXfrm>
        <a:off x="3381500" y="614576"/>
        <a:ext cx="1442287" cy="213895"/>
      </dsp:txXfrm>
    </dsp:sp>
    <dsp:sp modelId="{457C2805-E126-43FB-B9F8-D30C5CE2B9B9}">
      <dsp:nvSpPr>
        <dsp:cNvPr id="8" name="Rectangles 7"/>
        <dsp:cNvSpPr/>
      </dsp:nvSpPr>
      <dsp:spPr bwMode="white">
        <a:xfrm>
          <a:off x="0" y="3172772"/>
          <a:ext cx="2376608" cy="760515"/>
        </a:xfrm>
        <a:prstGeom prst="rect">
          <a:avLst/>
        </a:prstGeom>
        <a:noFill/>
        <a:ln>
          <a:noFill/>
        </a:ln>
      </dsp:spPr>
      <dsp:style>
        <a:lnRef idx="2">
          <a:schemeClr val="accent1"/>
        </a:lnRef>
        <a:fillRef idx="1">
          <a:schemeClr val="lt1">
            <a:alpha val="90000"/>
          </a:schemeClr>
        </a:fillRef>
        <a:effectRef idx="0">
          <a:scrgbClr r="0" g="0" b="0"/>
        </a:effectRef>
        <a:fontRef idx="minor"/>
      </dsp:style>
      <dsp:txBody>
        <a:bodyPr lIns="14605" tIns="14605" rIns="14605" bIns="1460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dirty="0">
              <a:solidFill>
                <a:schemeClr val="dk1"/>
              </a:solidFill>
            </a:rPr>
            <a:t> Background		</a:t>
          </a:r>
          <a:endParaRPr>
            <a:solidFill>
              <a:schemeClr val="dk1"/>
            </a:solidFill>
          </a:endParaRPr>
        </a:p>
      </dsp:txBody>
      <dsp:txXfrm>
        <a:off x="0" y="3172772"/>
        <a:ext cx="2376608" cy="760515"/>
      </dsp:txXfrm>
    </dsp:sp>
    <dsp:sp modelId="{0DB54887-A951-48FE-BB80-D6D985F00E5E}">
      <dsp:nvSpPr>
        <dsp:cNvPr id="11" name="Rectangles 10" hidden="1"/>
        <dsp:cNvSpPr/>
      </dsp:nvSpPr>
      <dsp:spPr bwMode="white">
        <a:xfrm>
          <a:off x="736749" y="2958877"/>
          <a:ext cx="903111" cy="213895"/>
        </a:xfrm>
        <a:prstGeom prst="rect">
          <a:avLst/>
        </a:prstGeom>
      </dsp:spPr>
      <dsp:style>
        <a:lnRef idx="2">
          <a:schemeClr val="lt1"/>
        </a:lnRef>
        <a:fillRef idx="1">
          <a:schemeClr val="accent1"/>
        </a:fillRef>
        <a:effectRef idx="0">
          <a:scrgbClr r="0" g="0" b="0"/>
        </a:effectRef>
        <a:fontRef idx="minor">
          <a:schemeClr val="lt1"/>
        </a:fontRef>
      </dsp:style>
      <dsp:txXfrm>
        <a:off x="736749" y="2958877"/>
        <a:ext cx="903111" cy="213895"/>
      </dsp:txXfrm>
    </dsp:sp>
    <dsp:sp modelId="{27F3725E-9CFD-4BD3-A998-8E4E48AF584C}">
      <dsp:nvSpPr>
        <dsp:cNvPr id="13" name="Rectangles 12"/>
        <dsp:cNvSpPr/>
      </dsp:nvSpPr>
      <dsp:spPr bwMode="white">
        <a:xfrm>
          <a:off x="2875696" y="3172772"/>
          <a:ext cx="2376608" cy="760515"/>
        </a:xfrm>
        <a:prstGeom prst="rect">
          <a:avLst/>
        </a:prstGeom>
        <a:noFill/>
        <a:ln>
          <a:noFill/>
        </a:ln>
      </dsp:spPr>
      <dsp:style>
        <a:lnRef idx="2">
          <a:schemeClr val="accent1"/>
        </a:lnRef>
        <a:fillRef idx="1">
          <a:schemeClr val="lt1">
            <a:alpha val="90000"/>
          </a:schemeClr>
        </a:fillRef>
        <a:effectRef idx="0">
          <a:scrgbClr r="0" g="0" b="0"/>
        </a:effectRef>
        <a:fontRef idx="minor"/>
      </dsp:style>
      <dsp:txBody>
        <a:bodyPr lIns="14605" tIns="14605" rIns="14605" bIns="1460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dirty="0">
              <a:solidFill>
                <a:schemeClr val="dk1"/>
              </a:solidFill>
            </a:rPr>
            <a:t>objective</a:t>
          </a:r>
          <a:endParaRPr>
            <a:solidFill>
              <a:schemeClr val="dk1"/>
            </a:solidFill>
          </a:endParaRPr>
        </a:p>
      </dsp:txBody>
      <dsp:txXfrm>
        <a:off x="2875696" y="3172772"/>
        <a:ext cx="2376608" cy="760515"/>
      </dsp:txXfrm>
    </dsp:sp>
    <dsp:sp modelId="{B4C656E7-286F-4F15-A131-54F52204D960}">
      <dsp:nvSpPr>
        <dsp:cNvPr id="16" name="Rectangles 15" hidden="1"/>
        <dsp:cNvSpPr/>
      </dsp:nvSpPr>
      <dsp:spPr bwMode="white">
        <a:xfrm>
          <a:off x="3612444" y="2958877"/>
          <a:ext cx="903111" cy="213895"/>
        </a:xfrm>
        <a:prstGeom prst="rect">
          <a:avLst/>
        </a:prstGeom>
      </dsp:spPr>
      <dsp:style>
        <a:lnRef idx="2">
          <a:schemeClr val="lt1"/>
        </a:lnRef>
        <a:fillRef idx="1">
          <a:schemeClr val="accent1"/>
        </a:fillRef>
        <a:effectRef idx="0">
          <a:scrgbClr r="0" g="0" b="0"/>
        </a:effectRef>
        <a:fontRef idx="minor">
          <a:schemeClr val="lt1"/>
        </a:fontRef>
      </dsp:style>
      <dsp:txXfrm>
        <a:off x="3612444" y="2958877"/>
        <a:ext cx="903111" cy="213895"/>
      </dsp:txXfrm>
    </dsp:sp>
    <dsp:sp modelId="{C868F55C-20EF-4EF5-81E6-1DAC92C66C36}">
      <dsp:nvSpPr>
        <dsp:cNvPr id="18" name="Rectangles 17"/>
        <dsp:cNvSpPr/>
      </dsp:nvSpPr>
      <dsp:spPr bwMode="white">
        <a:xfrm>
          <a:off x="5751392" y="3172772"/>
          <a:ext cx="2376608" cy="760515"/>
        </a:xfrm>
        <a:prstGeom prst="rect">
          <a:avLst/>
        </a:prstGeom>
        <a:noFill/>
        <a:ln>
          <a:noFill/>
        </a:ln>
      </dsp:spPr>
      <dsp:style>
        <a:lnRef idx="2">
          <a:schemeClr val="accent1"/>
        </a:lnRef>
        <a:fillRef idx="1">
          <a:schemeClr val="lt1">
            <a:alpha val="90000"/>
          </a:schemeClr>
        </a:fillRef>
        <a:effectRef idx="0">
          <a:scrgbClr r="0" g="0" b="0"/>
        </a:effectRef>
        <a:fontRef idx="minor"/>
      </dsp:style>
      <dsp:txBody>
        <a:bodyPr lIns="14605" tIns="14605" rIns="14605" bIns="1460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dirty="0">
              <a:solidFill>
                <a:schemeClr val="dk1"/>
              </a:solidFill>
            </a:rPr>
            <a:t>Purpose/scope</a:t>
          </a:r>
          <a:endParaRPr>
            <a:solidFill>
              <a:schemeClr val="dk1"/>
            </a:solidFill>
          </a:endParaRPr>
        </a:p>
      </dsp:txBody>
      <dsp:txXfrm>
        <a:off x="5751392" y="3172772"/>
        <a:ext cx="2376608" cy="760515"/>
      </dsp:txXfrm>
    </dsp:sp>
    <dsp:sp modelId="{868E1CA3-4769-4F01-ACAB-8B8BC8113977}">
      <dsp:nvSpPr>
        <dsp:cNvPr id="21" name="Rectangles 20" hidden="1"/>
        <dsp:cNvSpPr/>
      </dsp:nvSpPr>
      <dsp:spPr bwMode="white">
        <a:xfrm>
          <a:off x="6488140" y="2958877"/>
          <a:ext cx="903111" cy="213895"/>
        </a:xfrm>
        <a:prstGeom prst="rect">
          <a:avLst/>
        </a:prstGeom>
      </dsp:spPr>
      <dsp:style>
        <a:lnRef idx="2">
          <a:schemeClr val="lt1"/>
        </a:lnRef>
        <a:fillRef idx="1">
          <a:schemeClr val="accent1"/>
        </a:fillRef>
        <a:effectRef idx="0">
          <a:scrgbClr r="0" g="0" b="0"/>
        </a:effectRef>
        <a:fontRef idx="minor">
          <a:schemeClr val="lt1"/>
        </a:fontRef>
      </dsp:style>
      <dsp:txXfrm>
        <a:off x="6488140" y="2958877"/>
        <a:ext cx="903111" cy="21389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879137" cy="5422900"/>
        <a:chOff x="0" y="0"/>
        <a:chExt cx="10879137" cy="5422900"/>
      </a:xfrm>
    </dsp:grpSpPr>
    <dsp:sp modelId="{8E249396-9C02-4CBA-9513-E0574BB1291D}">
      <dsp:nvSpPr>
        <dsp:cNvPr id="7" name="Freeform 6"/>
        <dsp:cNvSpPr/>
      </dsp:nvSpPr>
      <dsp:spPr bwMode="white">
        <a:xfrm>
          <a:off x="1554013" y="1482597"/>
          <a:ext cx="3946561" cy="2633867"/>
        </a:xfrm>
        <a:custGeom>
          <a:avLst/>
          <a:gdLst/>
          <a:ahLst/>
          <a:cxnLst/>
          <a:pathLst>
            <a:path w="6215" h="4148">
              <a:moveTo>
                <a:pt x="6215" y="0"/>
              </a:moveTo>
              <a:lnTo>
                <a:pt x="6215" y="3419"/>
              </a:lnTo>
              <a:lnTo>
                <a:pt x="0" y="3419"/>
              </a:lnTo>
              <a:lnTo>
                <a:pt x="0" y="4148"/>
              </a:lnTo>
            </a:path>
          </a:pathLst>
        </a:custGeom>
      </dsp:spPr>
      <dsp:style>
        <a:lnRef idx="2">
          <a:schemeClr val="accent1">
            <a:shade val="60000"/>
          </a:schemeClr>
        </a:lnRef>
        <a:fillRef idx="0">
          <a:schemeClr val="accent1"/>
        </a:fillRef>
        <a:effectRef idx="0">
          <a:scrgbClr r="0" g="0" b="0"/>
        </a:effectRef>
        <a:fontRef idx="minor"/>
      </dsp:style>
      <dsp:txXfrm>
        <a:off x="1554013" y="1482597"/>
        <a:ext cx="3946561" cy="2633867"/>
      </dsp:txXfrm>
    </dsp:sp>
    <dsp:sp modelId="{AFDA4C15-81F4-49D4-9D16-386B15F634F9}">
      <dsp:nvSpPr>
        <dsp:cNvPr id="12" name="Freeform 11"/>
        <dsp:cNvSpPr/>
      </dsp:nvSpPr>
      <dsp:spPr bwMode="white">
        <a:xfrm>
          <a:off x="5487341" y="1482597"/>
          <a:ext cx="13233" cy="2656766"/>
        </a:xfrm>
        <a:custGeom>
          <a:avLst/>
          <a:gdLst/>
          <a:ahLst/>
          <a:cxnLst/>
          <a:pathLst>
            <a:path w="21" h="4184">
              <a:moveTo>
                <a:pt x="21" y="0"/>
              </a:moveTo>
              <a:lnTo>
                <a:pt x="21" y="3455"/>
              </a:lnTo>
              <a:lnTo>
                <a:pt x="0" y="3455"/>
              </a:lnTo>
              <a:lnTo>
                <a:pt x="0" y="4184"/>
              </a:lnTo>
            </a:path>
          </a:pathLst>
        </a:custGeom>
      </dsp:spPr>
      <dsp:style>
        <a:lnRef idx="2">
          <a:schemeClr val="accent1">
            <a:shade val="60000"/>
          </a:schemeClr>
        </a:lnRef>
        <a:fillRef idx="0">
          <a:schemeClr val="accent1"/>
        </a:fillRef>
        <a:effectRef idx="0">
          <a:scrgbClr r="0" g="0" b="0"/>
        </a:effectRef>
        <a:fontRef idx="minor"/>
      </dsp:style>
      <dsp:txXfrm>
        <a:off x="5487341" y="1482597"/>
        <a:ext cx="13233" cy="2656766"/>
      </dsp:txXfrm>
    </dsp:sp>
    <dsp:sp modelId="{C36BEF4C-73A4-466F-BC69-C23A3041BF92}">
      <dsp:nvSpPr>
        <dsp:cNvPr id="17" name="Freeform 16"/>
        <dsp:cNvSpPr/>
      </dsp:nvSpPr>
      <dsp:spPr bwMode="white">
        <a:xfrm>
          <a:off x="5500574" y="1482597"/>
          <a:ext cx="3686255" cy="2647908"/>
        </a:xfrm>
        <a:custGeom>
          <a:avLst/>
          <a:gdLst/>
          <a:ahLst/>
          <a:cxnLst/>
          <a:pathLst>
            <a:path w="5805" h="4170">
              <a:moveTo>
                <a:pt x="0" y="0"/>
              </a:moveTo>
              <a:lnTo>
                <a:pt x="0" y="3441"/>
              </a:lnTo>
              <a:lnTo>
                <a:pt x="5805" y="3441"/>
              </a:lnTo>
              <a:lnTo>
                <a:pt x="5805" y="4170"/>
              </a:lnTo>
            </a:path>
          </a:pathLst>
        </a:custGeom>
      </dsp:spPr>
      <dsp:style>
        <a:lnRef idx="2">
          <a:schemeClr val="accent1">
            <a:shade val="60000"/>
          </a:schemeClr>
        </a:lnRef>
        <a:fillRef idx="0">
          <a:schemeClr val="accent1"/>
        </a:fillRef>
        <a:effectRef idx="0">
          <a:scrgbClr r="0" g="0" b="0"/>
        </a:effectRef>
        <a:fontRef idx="minor"/>
      </dsp:style>
      <dsp:txXfrm>
        <a:off x="5500574" y="1482597"/>
        <a:ext cx="3686255" cy="2647908"/>
      </dsp:txXfrm>
    </dsp:sp>
    <dsp:sp modelId="{1A499F7A-FDA1-4BAC-A1CB-64EBFFE3C3B1}">
      <dsp:nvSpPr>
        <dsp:cNvPr id="22" name="Freeform 21"/>
        <dsp:cNvSpPr/>
      </dsp:nvSpPr>
      <dsp:spPr bwMode="white">
        <a:xfrm>
          <a:off x="4238411" y="1482597"/>
          <a:ext cx="1262163" cy="894559"/>
        </a:xfrm>
        <a:custGeom>
          <a:avLst/>
          <a:gdLst/>
          <a:ahLst/>
          <a:cxnLst/>
          <a:pathLst>
            <a:path w="1988" h="1409">
              <a:moveTo>
                <a:pt x="1988" y="0"/>
              </a:moveTo>
              <a:lnTo>
                <a:pt x="1988" y="1409"/>
              </a:lnTo>
              <a:lnTo>
                <a:pt x="0" y="1409"/>
              </a:lnTo>
            </a:path>
          </a:pathLst>
        </a:custGeom>
      </dsp:spPr>
      <dsp:style>
        <a:lnRef idx="2">
          <a:schemeClr val="accent1">
            <a:shade val="60000"/>
          </a:schemeClr>
        </a:lnRef>
        <a:fillRef idx="0">
          <a:schemeClr val="accent1"/>
        </a:fillRef>
        <a:effectRef idx="0">
          <a:scrgbClr r="0" g="0" b="0"/>
        </a:effectRef>
        <a:fontRef idx="minor"/>
      </dsp:style>
      <dsp:txXfrm>
        <a:off x="4238411" y="1482597"/>
        <a:ext cx="1262163" cy="894559"/>
      </dsp:txXfrm>
    </dsp:sp>
    <dsp:sp modelId="{85CD6FBC-F4ED-4FD0-B696-551C17FBD5B6}">
      <dsp:nvSpPr>
        <dsp:cNvPr id="4" name="Arc 3"/>
        <dsp:cNvSpPr/>
      </dsp:nvSpPr>
      <dsp:spPr bwMode="white">
        <a:xfrm>
          <a:off x="4398413" y="143233"/>
          <a:ext cx="2204322" cy="1339365"/>
        </a:xfrm>
        <a:prstGeom prst="arc">
          <a:avLst>
            <a:gd name="adj1" fmla="val 13200000"/>
            <a:gd name="adj2" fmla="val 19200000"/>
          </a:avLst>
        </a:prstGeom>
      </dsp:spPr>
      <dsp:style>
        <a:lnRef idx="2">
          <a:schemeClr val="accent1">
            <a:shade val="60000"/>
          </a:schemeClr>
        </a:lnRef>
        <a:fillRef idx="0">
          <a:schemeClr val="accent1"/>
        </a:fillRef>
        <a:effectRef idx="0">
          <a:scrgbClr r="0" g="0" b="0"/>
        </a:effectRef>
        <a:fontRef idx="minor"/>
      </dsp:style>
      <dsp:txXfrm>
        <a:off x="4398413" y="143233"/>
        <a:ext cx="2204322" cy="1339365"/>
      </dsp:txXfrm>
    </dsp:sp>
    <dsp:sp modelId="{CE3D2EA8-9884-4045-9967-56E7AAFCA735}">
      <dsp:nvSpPr>
        <dsp:cNvPr id="5" name="Arc 4"/>
        <dsp:cNvSpPr/>
      </dsp:nvSpPr>
      <dsp:spPr bwMode="white">
        <a:xfrm>
          <a:off x="4398413" y="143233"/>
          <a:ext cx="2204322" cy="1339365"/>
        </a:xfrm>
        <a:prstGeom prst="arc">
          <a:avLst>
            <a:gd name="adj1" fmla="val 2400000"/>
            <a:gd name="adj2" fmla="val 8400000"/>
          </a:avLst>
        </a:prstGeom>
      </dsp:spPr>
      <dsp:style>
        <a:lnRef idx="2">
          <a:schemeClr val="accent1">
            <a:shade val="60000"/>
          </a:schemeClr>
        </a:lnRef>
        <a:fillRef idx="0">
          <a:schemeClr val="accent1"/>
        </a:fillRef>
        <a:effectRef idx="0">
          <a:scrgbClr r="0" g="0" b="0"/>
        </a:effectRef>
        <a:fontRef idx="minor"/>
      </dsp:style>
      <dsp:txXfrm>
        <a:off x="4398413" y="143233"/>
        <a:ext cx="2204322" cy="1339365"/>
      </dsp:txXfrm>
    </dsp:sp>
    <dsp:sp modelId="{73EFF692-B26A-46FD-A2F2-0F7E0CFA6A94}">
      <dsp:nvSpPr>
        <dsp:cNvPr id="9" name="Arc 8"/>
        <dsp:cNvSpPr/>
      </dsp:nvSpPr>
      <dsp:spPr bwMode="white">
        <a:xfrm>
          <a:off x="792262" y="4116464"/>
          <a:ext cx="1523502" cy="842850"/>
        </a:xfrm>
        <a:prstGeom prst="arc">
          <a:avLst>
            <a:gd name="adj1" fmla="val 13200000"/>
            <a:gd name="adj2" fmla="val 19200000"/>
          </a:avLst>
        </a:prstGeom>
      </dsp:spPr>
      <dsp:style>
        <a:lnRef idx="2">
          <a:schemeClr val="accent1">
            <a:shade val="60000"/>
          </a:schemeClr>
        </a:lnRef>
        <a:fillRef idx="0">
          <a:schemeClr val="accent1"/>
        </a:fillRef>
        <a:effectRef idx="0">
          <a:scrgbClr r="0" g="0" b="0"/>
        </a:effectRef>
        <a:fontRef idx="minor"/>
      </dsp:style>
      <dsp:txXfrm>
        <a:off x="792262" y="4116464"/>
        <a:ext cx="1523502" cy="842850"/>
      </dsp:txXfrm>
    </dsp:sp>
    <dsp:sp modelId="{D81C20B9-A6AE-4E57-864D-E4230D836256}">
      <dsp:nvSpPr>
        <dsp:cNvPr id="10" name="Arc 9"/>
        <dsp:cNvSpPr/>
      </dsp:nvSpPr>
      <dsp:spPr bwMode="white">
        <a:xfrm>
          <a:off x="792262" y="4116464"/>
          <a:ext cx="1523502" cy="842850"/>
        </a:xfrm>
        <a:prstGeom prst="arc">
          <a:avLst>
            <a:gd name="adj1" fmla="val 2400000"/>
            <a:gd name="adj2" fmla="val 8400000"/>
          </a:avLst>
        </a:prstGeom>
      </dsp:spPr>
      <dsp:style>
        <a:lnRef idx="2">
          <a:schemeClr val="accent1">
            <a:shade val="60000"/>
          </a:schemeClr>
        </a:lnRef>
        <a:fillRef idx="0">
          <a:schemeClr val="accent1"/>
        </a:fillRef>
        <a:effectRef idx="0">
          <a:scrgbClr r="0" g="0" b="0"/>
        </a:effectRef>
        <a:fontRef idx="minor"/>
      </dsp:style>
      <dsp:txXfrm>
        <a:off x="792262" y="4116464"/>
        <a:ext cx="1523502" cy="842850"/>
      </dsp:txXfrm>
    </dsp:sp>
    <dsp:sp modelId="{A8F61AC7-6CED-4B17-8D99-1087F469716E}">
      <dsp:nvSpPr>
        <dsp:cNvPr id="14" name="Arc 13"/>
        <dsp:cNvSpPr/>
      </dsp:nvSpPr>
      <dsp:spPr bwMode="white">
        <a:xfrm>
          <a:off x="4544555" y="4139363"/>
          <a:ext cx="1885573" cy="842850"/>
        </a:xfrm>
        <a:prstGeom prst="arc">
          <a:avLst>
            <a:gd name="adj1" fmla="val 13200000"/>
            <a:gd name="adj2" fmla="val 19200000"/>
          </a:avLst>
        </a:prstGeom>
      </dsp:spPr>
      <dsp:style>
        <a:lnRef idx="2">
          <a:schemeClr val="accent1">
            <a:shade val="60000"/>
          </a:schemeClr>
        </a:lnRef>
        <a:fillRef idx="0">
          <a:schemeClr val="accent1"/>
        </a:fillRef>
        <a:effectRef idx="0">
          <a:scrgbClr r="0" g="0" b="0"/>
        </a:effectRef>
        <a:fontRef idx="minor"/>
      </dsp:style>
      <dsp:txXfrm>
        <a:off x="4544555" y="4139363"/>
        <a:ext cx="1885573" cy="842850"/>
      </dsp:txXfrm>
    </dsp:sp>
    <dsp:sp modelId="{AC36DE50-9658-4449-BEB6-8BCDB0C5703E}">
      <dsp:nvSpPr>
        <dsp:cNvPr id="15" name="Arc 14"/>
        <dsp:cNvSpPr/>
      </dsp:nvSpPr>
      <dsp:spPr bwMode="white">
        <a:xfrm>
          <a:off x="4544555" y="4139363"/>
          <a:ext cx="1885573" cy="842850"/>
        </a:xfrm>
        <a:prstGeom prst="arc">
          <a:avLst>
            <a:gd name="adj1" fmla="val 2400000"/>
            <a:gd name="adj2" fmla="val 8400000"/>
          </a:avLst>
        </a:prstGeom>
      </dsp:spPr>
      <dsp:style>
        <a:lnRef idx="2">
          <a:schemeClr val="accent1">
            <a:shade val="60000"/>
          </a:schemeClr>
        </a:lnRef>
        <a:fillRef idx="0">
          <a:schemeClr val="accent1"/>
        </a:fillRef>
        <a:effectRef idx="0">
          <a:scrgbClr r="0" g="0" b="0"/>
        </a:effectRef>
        <a:fontRef idx="minor"/>
      </dsp:style>
      <dsp:txXfrm>
        <a:off x="4544555" y="4139363"/>
        <a:ext cx="1885573" cy="842850"/>
      </dsp:txXfrm>
    </dsp:sp>
    <dsp:sp modelId="{5BD284CB-4D6F-474E-963D-EA0233688D8B}">
      <dsp:nvSpPr>
        <dsp:cNvPr id="19" name="Arc 18"/>
        <dsp:cNvSpPr/>
      </dsp:nvSpPr>
      <dsp:spPr bwMode="white">
        <a:xfrm>
          <a:off x="8348581" y="4130505"/>
          <a:ext cx="1676496" cy="842850"/>
        </a:xfrm>
        <a:prstGeom prst="arc">
          <a:avLst>
            <a:gd name="adj1" fmla="val 13200000"/>
            <a:gd name="adj2" fmla="val 19200000"/>
          </a:avLst>
        </a:prstGeom>
      </dsp:spPr>
      <dsp:style>
        <a:lnRef idx="2">
          <a:schemeClr val="accent1">
            <a:shade val="60000"/>
          </a:schemeClr>
        </a:lnRef>
        <a:fillRef idx="0">
          <a:schemeClr val="accent1"/>
        </a:fillRef>
        <a:effectRef idx="0">
          <a:scrgbClr r="0" g="0" b="0"/>
        </a:effectRef>
        <a:fontRef idx="minor"/>
      </dsp:style>
      <dsp:txXfrm>
        <a:off x="8348581" y="4130505"/>
        <a:ext cx="1676496" cy="842850"/>
      </dsp:txXfrm>
    </dsp:sp>
    <dsp:sp modelId="{0CFD46E0-A3BD-4EF3-8F83-D4E402165469}">
      <dsp:nvSpPr>
        <dsp:cNvPr id="20" name="Arc 19"/>
        <dsp:cNvSpPr/>
      </dsp:nvSpPr>
      <dsp:spPr bwMode="white">
        <a:xfrm>
          <a:off x="8348581" y="4130505"/>
          <a:ext cx="1676496" cy="842850"/>
        </a:xfrm>
        <a:prstGeom prst="arc">
          <a:avLst>
            <a:gd name="adj1" fmla="val 2400000"/>
            <a:gd name="adj2" fmla="val 8400000"/>
          </a:avLst>
        </a:prstGeom>
      </dsp:spPr>
      <dsp:style>
        <a:lnRef idx="2">
          <a:schemeClr val="accent1">
            <a:shade val="60000"/>
          </a:schemeClr>
        </a:lnRef>
        <a:fillRef idx="0">
          <a:schemeClr val="accent1"/>
        </a:fillRef>
        <a:effectRef idx="0">
          <a:scrgbClr r="0" g="0" b="0"/>
        </a:effectRef>
        <a:fontRef idx="minor"/>
      </dsp:style>
      <dsp:txXfrm>
        <a:off x="8348581" y="4130505"/>
        <a:ext cx="1676496" cy="842850"/>
      </dsp:txXfrm>
    </dsp:sp>
    <dsp:sp modelId="{24C05097-6B0E-4AA2-8EE5-17F80FAE4102}">
      <dsp:nvSpPr>
        <dsp:cNvPr id="24" name="Arc 23"/>
        <dsp:cNvSpPr/>
      </dsp:nvSpPr>
      <dsp:spPr bwMode="white">
        <a:xfrm>
          <a:off x="3051686" y="2225443"/>
          <a:ext cx="1348552" cy="842850"/>
        </a:xfrm>
        <a:prstGeom prst="arc">
          <a:avLst>
            <a:gd name="adj1" fmla="val 13200000"/>
            <a:gd name="adj2" fmla="val 19200000"/>
          </a:avLst>
        </a:prstGeom>
      </dsp:spPr>
      <dsp:style>
        <a:lnRef idx="2">
          <a:schemeClr val="accent1">
            <a:shade val="60000"/>
          </a:schemeClr>
        </a:lnRef>
        <a:fillRef idx="0">
          <a:schemeClr val="accent1"/>
        </a:fillRef>
        <a:effectRef idx="0">
          <a:scrgbClr r="0" g="0" b="0"/>
        </a:effectRef>
        <a:fontRef idx="minor"/>
      </dsp:style>
      <dsp:txXfrm>
        <a:off x="3051686" y="2225443"/>
        <a:ext cx="1348552" cy="842850"/>
      </dsp:txXfrm>
    </dsp:sp>
    <dsp:sp modelId="{BB69D9E4-D34D-4AEB-BC5F-B0B492F5C27F}">
      <dsp:nvSpPr>
        <dsp:cNvPr id="25" name="Arc 24"/>
        <dsp:cNvSpPr/>
      </dsp:nvSpPr>
      <dsp:spPr bwMode="white">
        <a:xfrm>
          <a:off x="3051686" y="2225443"/>
          <a:ext cx="1348552" cy="842850"/>
        </a:xfrm>
        <a:prstGeom prst="arc">
          <a:avLst>
            <a:gd name="adj1" fmla="val 2400000"/>
            <a:gd name="adj2" fmla="val 8400000"/>
          </a:avLst>
        </a:prstGeom>
      </dsp:spPr>
      <dsp:style>
        <a:lnRef idx="2">
          <a:schemeClr val="accent1">
            <a:shade val="60000"/>
          </a:schemeClr>
        </a:lnRef>
        <a:fillRef idx="0">
          <a:schemeClr val="accent1"/>
        </a:fillRef>
        <a:effectRef idx="0">
          <a:scrgbClr r="0" g="0" b="0"/>
        </a:effectRef>
        <a:fontRef idx="minor"/>
      </dsp:style>
      <dsp:txXfrm>
        <a:off x="3051686" y="2225443"/>
        <a:ext cx="1348552" cy="842850"/>
      </dsp:txXfrm>
    </dsp:sp>
    <dsp:sp modelId="{C7F0F420-163A-43F2-B238-7DF4184127E2}">
      <dsp:nvSpPr>
        <dsp:cNvPr id="3" name="Rectangles 2"/>
        <dsp:cNvSpPr/>
      </dsp:nvSpPr>
      <dsp:spPr bwMode="white">
        <a:xfrm>
          <a:off x="3296252" y="384318"/>
          <a:ext cx="4408645" cy="857193"/>
        </a:xfrm>
        <a:prstGeom prst="rect">
          <a:avLst/>
        </a:prstGeom>
        <a:noFill/>
        <a:ln>
          <a:noFill/>
        </a:ln>
      </dsp:spPr>
      <dsp:style>
        <a:lnRef idx="2">
          <a:schemeClr val="accent1"/>
        </a:lnRef>
        <a:fillRef idx="1">
          <a:schemeClr val="lt1">
            <a:alpha val="90000"/>
          </a:schemeClr>
        </a:fillRef>
        <a:effectRef idx="0">
          <a:scrgbClr r="0" g="0" b="0"/>
        </a:effectRef>
        <a:fontRef idx="minor"/>
      </dsp:style>
      <dsp:txBody>
        <a:bodyPr lIns="20320" tIns="20320" rIns="20320" bIns="203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3200" dirty="0">
              <a:solidFill>
                <a:schemeClr val="dk1"/>
              </a:solidFill>
            </a:rPr>
            <a:t>System Analysis</a:t>
          </a:r>
          <a:endParaRPr>
            <a:solidFill>
              <a:schemeClr val="dk1"/>
            </a:solidFill>
          </a:endParaRPr>
        </a:p>
      </dsp:txBody>
      <dsp:txXfrm>
        <a:off x="3296252" y="384318"/>
        <a:ext cx="4408645" cy="857193"/>
      </dsp:txXfrm>
    </dsp:sp>
    <dsp:sp modelId="{1F652FD6-8F0D-49B1-9228-03BC4AAD1716}">
      <dsp:nvSpPr>
        <dsp:cNvPr id="6" name="Rectangles 5" hidden="1"/>
        <dsp:cNvSpPr/>
      </dsp:nvSpPr>
      <dsp:spPr bwMode="white">
        <a:xfrm>
          <a:off x="4662931" y="143233"/>
          <a:ext cx="1675285" cy="241086"/>
        </a:xfrm>
        <a:prstGeom prst="rect">
          <a:avLst/>
        </a:prstGeom>
      </dsp:spPr>
      <dsp:style>
        <a:lnRef idx="2">
          <a:schemeClr val="lt1"/>
        </a:lnRef>
        <a:fillRef idx="1">
          <a:schemeClr val="accent1"/>
        </a:fillRef>
        <a:effectRef idx="0">
          <a:scrgbClr r="0" g="0" b="0"/>
        </a:effectRef>
        <a:fontRef idx="minor">
          <a:schemeClr val="lt1"/>
        </a:fontRef>
      </dsp:style>
      <dsp:txXfrm>
        <a:off x="4662931" y="143233"/>
        <a:ext cx="1675285" cy="241086"/>
      </dsp:txXfrm>
    </dsp:sp>
    <dsp:sp modelId="{7399FE76-9A40-40E6-B141-0C9C65F3B3A7}">
      <dsp:nvSpPr>
        <dsp:cNvPr id="8" name="Rectangles 7"/>
        <dsp:cNvSpPr/>
      </dsp:nvSpPr>
      <dsp:spPr bwMode="white">
        <a:xfrm>
          <a:off x="30511" y="4268177"/>
          <a:ext cx="3047004" cy="539424"/>
        </a:xfrm>
        <a:prstGeom prst="rect">
          <a:avLst/>
        </a:prstGeom>
        <a:noFill/>
        <a:ln>
          <a:noFill/>
        </a:ln>
      </dsp:spPr>
      <dsp:style>
        <a:lnRef idx="2">
          <a:schemeClr val="accent1"/>
        </a:lnRef>
        <a:fillRef idx="1">
          <a:schemeClr val="lt1">
            <a:alpha val="90000"/>
          </a:schemeClr>
        </a:fillRef>
        <a:effectRef idx="0">
          <a:scrgbClr r="0" g="0" b="0"/>
        </a:effectRef>
        <a:fontRef idx="minor"/>
      </dsp:style>
      <dsp:txBody>
        <a:bodyPr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dirty="0">
              <a:solidFill>
                <a:schemeClr val="dk1"/>
              </a:solidFill>
            </a:rPr>
            <a:t>Proposed system</a:t>
          </a:r>
          <a:endParaRPr>
            <a:solidFill>
              <a:schemeClr val="dk1"/>
            </a:solidFill>
          </a:endParaRPr>
        </a:p>
      </dsp:txBody>
      <dsp:txXfrm>
        <a:off x="30511" y="4268177"/>
        <a:ext cx="3047004" cy="539424"/>
      </dsp:txXfrm>
    </dsp:sp>
    <dsp:sp modelId="{FD87930F-C404-4505-AC82-BAB02FA11903}">
      <dsp:nvSpPr>
        <dsp:cNvPr id="11" name="Rectangles 10" hidden="1"/>
        <dsp:cNvSpPr/>
      </dsp:nvSpPr>
      <dsp:spPr bwMode="white">
        <a:xfrm>
          <a:off x="975082" y="4116464"/>
          <a:ext cx="1157861" cy="151713"/>
        </a:xfrm>
        <a:prstGeom prst="rect">
          <a:avLst/>
        </a:prstGeom>
      </dsp:spPr>
      <dsp:style>
        <a:lnRef idx="2">
          <a:schemeClr val="lt1"/>
        </a:lnRef>
        <a:fillRef idx="1">
          <a:schemeClr val="accent1"/>
        </a:fillRef>
        <a:effectRef idx="0">
          <a:scrgbClr r="0" g="0" b="0"/>
        </a:effectRef>
        <a:fontRef idx="minor">
          <a:schemeClr val="lt1"/>
        </a:fontRef>
      </dsp:style>
      <dsp:txXfrm>
        <a:off x="975082" y="4116464"/>
        <a:ext cx="1157861" cy="151713"/>
      </dsp:txXfrm>
    </dsp:sp>
    <dsp:sp modelId="{2AB58F4B-D473-467D-B668-BC8ABCFB0D6A}">
      <dsp:nvSpPr>
        <dsp:cNvPr id="13" name="Rectangles 12"/>
        <dsp:cNvSpPr/>
      </dsp:nvSpPr>
      <dsp:spPr bwMode="white">
        <a:xfrm>
          <a:off x="3601768" y="4291076"/>
          <a:ext cx="3771147" cy="539424"/>
        </a:xfrm>
        <a:prstGeom prst="rect">
          <a:avLst/>
        </a:prstGeom>
        <a:noFill/>
        <a:ln>
          <a:noFill/>
        </a:ln>
      </dsp:spPr>
      <dsp:style>
        <a:lnRef idx="2">
          <a:schemeClr val="accent1"/>
        </a:lnRef>
        <a:fillRef idx="1">
          <a:schemeClr val="lt1">
            <a:alpha val="90000"/>
          </a:schemeClr>
        </a:fillRef>
        <a:effectRef idx="0">
          <a:scrgbClr r="0" g="0" b="0"/>
        </a:effectRef>
        <a:fontRef idx="minor"/>
      </dsp:style>
      <dsp:txBody>
        <a:bodyPr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dirty="0">
              <a:solidFill>
                <a:schemeClr val="dk1"/>
              </a:solidFill>
            </a:rPr>
            <a:t>Software requirement</a:t>
          </a:r>
          <a:endParaRPr>
            <a:solidFill>
              <a:schemeClr val="dk1"/>
            </a:solidFill>
          </a:endParaRPr>
        </a:p>
      </dsp:txBody>
      <dsp:txXfrm>
        <a:off x="3601768" y="4291076"/>
        <a:ext cx="3771147" cy="539424"/>
      </dsp:txXfrm>
    </dsp:sp>
    <dsp:sp modelId="{045879BB-7F08-4735-B6F6-9D5CEE6802F2}">
      <dsp:nvSpPr>
        <dsp:cNvPr id="16" name="Rectangles 15" hidden="1"/>
        <dsp:cNvSpPr/>
      </dsp:nvSpPr>
      <dsp:spPr bwMode="white">
        <a:xfrm>
          <a:off x="4770823" y="4139363"/>
          <a:ext cx="1433036" cy="151713"/>
        </a:xfrm>
        <a:prstGeom prst="rect">
          <a:avLst/>
        </a:prstGeom>
      </dsp:spPr>
      <dsp:style>
        <a:lnRef idx="2">
          <a:schemeClr val="lt1"/>
        </a:lnRef>
        <a:fillRef idx="1">
          <a:schemeClr val="accent1"/>
        </a:fillRef>
        <a:effectRef idx="0">
          <a:scrgbClr r="0" g="0" b="0"/>
        </a:effectRef>
        <a:fontRef idx="minor">
          <a:schemeClr val="lt1"/>
        </a:fontRef>
      </dsp:style>
      <dsp:txXfrm>
        <a:off x="4770823" y="4139363"/>
        <a:ext cx="1433036" cy="151713"/>
      </dsp:txXfrm>
    </dsp:sp>
    <dsp:sp modelId="{959B5193-6299-4241-B9C8-7A415BB1A0A5}">
      <dsp:nvSpPr>
        <dsp:cNvPr id="18" name="Rectangles 17"/>
        <dsp:cNvSpPr/>
      </dsp:nvSpPr>
      <dsp:spPr bwMode="white">
        <a:xfrm>
          <a:off x="7510333" y="4282218"/>
          <a:ext cx="3352992" cy="539424"/>
        </a:xfrm>
        <a:prstGeom prst="rect">
          <a:avLst/>
        </a:prstGeom>
        <a:noFill/>
        <a:ln>
          <a:noFill/>
        </a:ln>
      </dsp:spPr>
      <dsp:style>
        <a:lnRef idx="2">
          <a:schemeClr val="accent1"/>
        </a:lnRef>
        <a:fillRef idx="1">
          <a:schemeClr val="lt1">
            <a:alpha val="90000"/>
          </a:schemeClr>
        </a:fillRef>
        <a:effectRef idx="0">
          <a:scrgbClr r="0" g="0" b="0"/>
        </a:effectRef>
        <a:fontRef idx="minor"/>
      </dsp:style>
      <dsp:txBody>
        <a:bodyPr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dirty="0">
              <a:solidFill>
                <a:schemeClr val="dk1"/>
              </a:solidFill>
            </a:rPr>
            <a:t>Hardware requirement</a:t>
          </a:r>
          <a:endParaRPr>
            <a:solidFill>
              <a:schemeClr val="dk1"/>
            </a:solidFill>
          </a:endParaRPr>
        </a:p>
      </dsp:txBody>
      <dsp:txXfrm>
        <a:off x="7510333" y="4282218"/>
        <a:ext cx="3352992" cy="539424"/>
      </dsp:txXfrm>
    </dsp:sp>
    <dsp:sp modelId="{FF649843-694E-4ECF-8D7F-B6EC050B73DD}">
      <dsp:nvSpPr>
        <dsp:cNvPr id="21" name="Rectangles 20" hidden="1"/>
        <dsp:cNvSpPr/>
      </dsp:nvSpPr>
      <dsp:spPr bwMode="white">
        <a:xfrm>
          <a:off x="8549761" y="4130505"/>
          <a:ext cx="1274137" cy="151713"/>
        </a:xfrm>
        <a:prstGeom prst="rect">
          <a:avLst/>
        </a:prstGeom>
      </dsp:spPr>
      <dsp:style>
        <a:lnRef idx="2">
          <a:schemeClr val="lt1"/>
        </a:lnRef>
        <a:fillRef idx="1">
          <a:schemeClr val="accent1"/>
        </a:fillRef>
        <a:effectRef idx="0">
          <a:scrgbClr r="0" g="0" b="0"/>
        </a:effectRef>
        <a:fontRef idx="minor">
          <a:schemeClr val="lt1"/>
        </a:fontRef>
      </dsp:style>
      <dsp:txXfrm>
        <a:off x="8549761" y="4130505"/>
        <a:ext cx="1274137" cy="151713"/>
      </dsp:txXfrm>
    </dsp:sp>
    <dsp:sp modelId="{D89064B2-8166-457E-BEE5-0A0B23E6E89A}">
      <dsp:nvSpPr>
        <dsp:cNvPr id="23" name="Rectangles 22"/>
        <dsp:cNvSpPr/>
      </dsp:nvSpPr>
      <dsp:spPr bwMode="white">
        <a:xfrm>
          <a:off x="2377410" y="2377156"/>
          <a:ext cx="2697103" cy="539424"/>
        </a:xfrm>
        <a:prstGeom prst="rect">
          <a:avLst/>
        </a:prstGeom>
        <a:noFill/>
        <a:ln>
          <a:noFill/>
        </a:ln>
      </dsp:spPr>
      <dsp:style>
        <a:lnRef idx="2">
          <a:schemeClr val="accent1"/>
        </a:lnRef>
        <a:fillRef idx="1">
          <a:schemeClr val="lt1">
            <a:alpha val="90000"/>
          </a:schemeClr>
        </a:fillRef>
        <a:effectRef idx="0">
          <a:scrgbClr r="0" g="0" b="0"/>
        </a:effectRef>
        <a:fontRef idx="minor"/>
      </dsp:style>
      <dsp:txBody>
        <a:bodyPr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dirty="0">
              <a:solidFill>
                <a:schemeClr val="dk1"/>
              </a:solidFill>
            </a:rPr>
            <a:t>Existing system</a:t>
          </a:r>
          <a:endParaRPr>
            <a:solidFill>
              <a:schemeClr val="dk1"/>
            </a:solidFill>
          </a:endParaRPr>
        </a:p>
      </dsp:txBody>
      <dsp:txXfrm>
        <a:off x="2377410" y="2377156"/>
        <a:ext cx="2697103" cy="539424"/>
      </dsp:txXfrm>
    </dsp:sp>
    <dsp:sp modelId="{ABDA1766-F9BA-4A28-ADDC-70ABDAE9E76E}">
      <dsp:nvSpPr>
        <dsp:cNvPr id="26" name="Rectangles 25" hidden="1"/>
        <dsp:cNvSpPr/>
      </dsp:nvSpPr>
      <dsp:spPr bwMode="white">
        <a:xfrm>
          <a:off x="3213512" y="2225443"/>
          <a:ext cx="1024899" cy="151713"/>
        </a:xfrm>
        <a:prstGeom prst="rect">
          <a:avLst/>
        </a:prstGeom>
      </dsp:spPr>
      <dsp:style>
        <a:lnRef idx="2">
          <a:schemeClr val="lt1"/>
        </a:lnRef>
        <a:fillRef idx="1">
          <a:schemeClr val="accent1"/>
        </a:fillRef>
        <a:effectRef idx="0">
          <a:scrgbClr r="0" g="0" b="0"/>
        </a:effectRef>
        <a:fontRef idx="minor">
          <a:schemeClr val="lt1"/>
        </a:fontRef>
      </dsp:style>
      <dsp:txXfrm>
        <a:off x="3213512" y="2225443"/>
        <a:ext cx="1024899" cy="151713"/>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596312" cy="3881437"/>
        <a:chOff x="0" y="0"/>
        <a:chExt cx="8596312" cy="3881437"/>
      </a:xfrm>
    </dsp:grpSpPr>
    <dsp:sp modelId="{E3F7BA89-95BC-4085-891E-2BEAA5726502}">
      <dsp:nvSpPr>
        <dsp:cNvPr id="5" name="Freeform 4"/>
        <dsp:cNvSpPr/>
      </dsp:nvSpPr>
      <dsp:spPr bwMode="white">
        <a:xfrm>
          <a:off x="1267158" y="1729463"/>
          <a:ext cx="3030998" cy="422510"/>
        </a:xfrm>
        <a:custGeom>
          <a:avLst/>
          <a:gdLst/>
          <a:ahLst/>
          <a:cxnLst/>
          <a:pathLst>
            <a:path w="4773" h="665">
              <a:moveTo>
                <a:pt x="4773" y="0"/>
              </a:moveTo>
              <a:lnTo>
                <a:pt x="4773" y="333"/>
              </a:lnTo>
              <a:lnTo>
                <a:pt x="0" y="333"/>
              </a:lnTo>
              <a:lnTo>
                <a:pt x="0" y="665"/>
              </a:lnTo>
            </a:path>
          </a:pathLst>
        </a:custGeom>
      </dsp:spPr>
      <dsp:style>
        <a:lnRef idx="2">
          <a:schemeClr val="accent1">
            <a:shade val="60000"/>
          </a:schemeClr>
        </a:lnRef>
        <a:fillRef idx="0">
          <a:schemeClr val="accent1"/>
        </a:fillRef>
        <a:effectRef idx="0">
          <a:scrgbClr r="0" g="0" b="0"/>
        </a:effectRef>
        <a:fontRef idx="minor"/>
      </dsp:style>
      <dsp:txXfrm>
        <a:off x="1267158" y="1729463"/>
        <a:ext cx="3030998" cy="422510"/>
      </dsp:txXfrm>
    </dsp:sp>
    <dsp:sp modelId="{F40BAB01-5E19-4A8C-BAD3-80F180E43881}">
      <dsp:nvSpPr>
        <dsp:cNvPr id="8" name="Freeform 7"/>
        <dsp:cNvSpPr/>
      </dsp:nvSpPr>
      <dsp:spPr bwMode="white">
        <a:xfrm>
          <a:off x="4240765" y="1729463"/>
          <a:ext cx="57391" cy="422510"/>
        </a:xfrm>
        <a:custGeom>
          <a:avLst/>
          <a:gdLst/>
          <a:ahLst/>
          <a:cxnLst/>
          <a:pathLst>
            <a:path w="90" h="665">
              <a:moveTo>
                <a:pt x="90" y="0"/>
              </a:moveTo>
              <a:lnTo>
                <a:pt x="90" y="333"/>
              </a:lnTo>
              <a:lnTo>
                <a:pt x="0" y="333"/>
              </a:lnTo>
              <a:lnTo>
                <a:pt x="0" y="665"/>
              </a:lnTo>
            </a:path>
          </a:pathLst>
        </a:custGeom>
      </dsp:spPr>
      <dsp:style>
        <a:lnRef idx="2">
          <a:schemeClr val="accent1">
            <a:shade val="60000"/>
          </a:schemeClr>
        </a:lnRef>
        <a:fillRef idx="0">
          <a:schemeClr val="accent1"/>
        </a:fillRef>
        <a:effectRef idx="0">
          <a:scrgbClr r="0" g="0" b="0"/>
        </a:effectRef>
        <a:fontRef idx="minor"/>
      </dsp:style>
      <dsp:txXfrm>
        <a:off x="4240765" y="1729463"/>
        <a:ext cx="57391" cy="422510"/>
      </dsp:txXfrm>
    </dsp:sp>
    <dsp:sp modelId="{9FC65F08-5648-4FF8-B08C-11D10001E89D}">
      <dsp:nvSpPr>
        <dsp:cNvPr id="11" name="Freeform 10"/>
        <dsp:cNvSpPr/>
      </dsp:nvSpPr>
      <dsp:spPr bwMode="white">
        <a:xfrm>
          <a:off x="4298156" y="1729463"/>
          <a:ext cx="2973607" cy="422510"/>
        </a:xfrm>
        <a:custGeom>
          <a:avLst/>
          <a:gdLst/>
          <a:ahLst/>
          <a:cxnLst/>
          <a:pathLst>
            <a:path w="4683" h="665">
              <a:moveTo>
                <a:pt x="0" y="0"/>
              </a:moveTo>
              <a:lnTo>
                <a:pt x="0" y="333"/>
              </a:lnTo>
              <a:lnTo>
                <a:pt x="4683" y="333"/>
              </a:lnTo>
              <a:lnTo>
                <a:pt x="4683" y="665"/>
              </a:lnTo>
            </a:path>
          </a:pathLst>
        </a:custGeom>
      </dsp:spPr>
      <dsp:style>
        <a:lnRef idx="2">
          <a:schemeClr val="accent1">
            <a:shade val="60000"/>
          </a:schemeClr>
        </a:lnRef>
        <a:fillRef idx="0">
          <a:schemeClr val="accent1"/>
        </a:fillRef>
        <a:effectRef idx="0">
          <a:scrgbClr r="0" g="0" b="0"/>
        </a:effectRef>
        <a:fontRef idx="minor"/>
      </dsp:style>
      <dsp:txXfrm>
        <a:off x="4298156" y="1729463"/>
        <a:ext cx="2973607" cy="422510"/>
      </dsp:txXfrm>
    </dsp:sp>
    <dsp:sp modelId="{E7694D97-4E4E-4077-A70B-3B64207F4146}">
      <dsp:nvSpPr>
        <dsp:cNvPr id="3" name="Rectangles 2"/>
        <dsp:cNvSpPr/>
      </dsp:nvSpPr>
      <dsp:spPr bwMode="white">
        <a:xfrm>
          <a:off x="2393229" y="723487"/>
          <a:ext cx="3809855" cy="1005977"/>
        </a:xfrm>
        <a:prstGeom prst="rect">
          <a:avLst/>
        </a:prstGeom>
      </dsp:spPr>
      <dsp:style>
        <a:lnRef idx="2">
          <a:schemeClr val="lt1"/>
        </a:lnRef>
        <a:fillRef idx="1">
          <a:schemeClr val="accent1"/>
        </a:fillRef>
        <a:effectRef idx="0">
          <a:scrgbClr r="0" g="0" b="0"/>
        </a:effectRef>
        <a:fontRef idx="minor">
          <a:schemeClr val="lt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4000" dirty="0">
              <a:latin typeface="Agency FB" panose="020B0503020202020204" pitchFamily="34" charset="0"/>
            </a:rPr>
            <a:t>System design</a:t>
          </a:r>
        </a:p>
      </dsp:txBody>
      <dsp:txXfrm>
        <a:off x="2393229" y="723487"/>
        <a:ext cx="3809855" cy="1005977"/>
      </dsp:txXfrm>
    </dsp:sp>
    <dsp:sp modelId="{6F085703-C8B4-4B4A-8C54-0979A1A11007}">
      <dsp:nvSpPr>
        <dsp:cNvPr id="6" name="Rectangles 5"/>
        <dsp:cNvSpPr/>
      </dsp:nvSpPr>
      <dsp:spPr bwMode="white">
        <a:xfrm>
          <a:off x="0" y="2151974"/>
          <a:ext cx="2534317" cy="1005977"/>
        </a:xfrm>
        <a:prstGeom prst="rect">
          <a:avLst/>
        </a:prstGeom>
      </dsp:spPr>
      <dsp:style>
        <a:lnRef idx="2">
          <a:schemeClr val="lt1"/>
        </a:lnRef>
        <a:fillRef idx="1">
          <a:schemeClr val="accent1"/>
        </a:fillRef>
        <a:effectRef idx="0">
          <a:scrgbClr r="0" g="0" b="0"/>
        </a:effectRef>
        <a:fontRef idx="minor">
          <a:schemeClr val="lt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4000" dirty="0">
              <a:latin typeface="Agency FB" panose="020B0503020202020204" pitchFamily="34" charset="0"/>
            </a:rPr>
            <a:t>Module division </a:t>
          </a:r>
        </a:p>
      </dsp:txBody>
      <dsp:txXfrm>
        <a:off x="0" y="2151974"/>
        <a:ext cx="2534317" cy="1005977"/>
      </dsp:txXfrm>
    </dsp:sp>
    <dsp:sp modelId="{0AEFAE14-DB28-4944-A6A2-78618E80D36A}">
      <dsp:nvSpPr>
        <dsp:cNvPr id="9" name="Rectangles 8"/>
        <dsp:cNvSpPr/>
      </dsp:nvSpPr>
      <dsp:spPr bwMode="white">
        <a:xfrm>
          <a:off x="2956827" y="2151974"/>
          <a:ext cx="2567876" cy="1005977"/>
        </a:xfrm>
        <a:prstGeom prst="rect">
          <a:avLst/>
        </a:prstGeom>
      </dsp:spPr>
      <dsp:style>
        <a:lnRef idx="2">
          <a:schemeClr val="lt1"/>
        </a:lnRef>
        <a:fillRef idx="1">
          <a:schemeClr val="accent1"/>
        </a:fillRef>
        <a:effectRef idx="0">
          <a:scrgbClr r="0" g="0" b="0"/>
        </a:effectRef>
        <a:fontRef idx="minor">
          <a:schemeClr val="lt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4000" dirty="0">
              <a:latin typeface="Agency FB" panose="020B0503020202020204" pitchFamily="34" charset="0"/>
            </a:rPr>
            <a:t>E R diagram</a:t>
          </a:r>
        </a:p>
      </dsp:txBody>
      <dsp:txXfrm>
        <a:off x="2956827" y="2151974"/>
        <a:ext cx="2567876" cy="1005977"/>
      </dsp:txXfrm>
    </dsp:sp>
    <dsp:sp modelId="{DD1CEF7A-24AB-47FA-ABE7-177CCDCA2A53}">
      <dsp:nvSpPr>
        <dsp:cNvPr id="12" name="Rectangles 11"/>
        <dsp:cNvSpPr/>
      </dsp:nvSpPr>
      <dsp:spPr bwMode="white">
        <a:xfrm>
          <a:off x="5947213" y="2151974"/>
          <a:ext cx="2649099" cy="1005977"/>
        </a:xfrm>
        <a:prstGeom prst="rect">
          <a:avLst/>
        </a:prstGeom>
      </dsp:spPr>
      <dsp:style>
        <a:lnRef idx="2">
          <a:schemeClr val="lt1"/>
        </a:lnRef>
        <a:fillRef idx="1">
          <a:schemeClr val="accent1"/>
        </a:fillRef>
        <a:effectRef idx="0">
          <a:scrgbClr r="0" g="0" b="0"/>
        </a:effectRef>
        <a:fontRef idx="minor">
          <a:schemeClr val="lt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4000" dirty="0">
              <a:latin typeface="Agency FB" panose="020B0503020202020204" pitchFamily="34" charset="0"/>
            </a:rPr>
            <a:t> UML diagram</a:t>
          </a:r>
        </a:p>
      </dsp:txBody>
      <dsp:txXfrm>
        <a:off x="5947213" y="2151974"/>
        <a:ext cx="2649099" cy="1005977"/>
      </dsp:txXfrm>
    </dsp:sp>
    <dsp:sp modelId="{1AD391AE-300A-4664-A291-10464CB8D9A5}">
      <dsp:nvSpPr>
        <dsp:cNvPr id="4" name="Rectangles 3" hidden="1"/>
        <dsp:cNvSpPr/>
      </dsp:nvSpPr>
      <dsp:spPr>
        <a:xfrm>
          <a:off x="2393229" y="723487"/>
          <a:ext cx="761971" cy="1005977"/>
        </a:xfrm>
        <a:prstGeom prst="rect">
          <a:avLst/>
        </a:prstGeom>
      </dsp:spPr>
      <dsp:txXfrm>
        <a:off x="2393229" y="723487"/>
        <a:ext cx="761971" cy="1005977"/>
      </dsp:txXfrm>
    </dsp:sp>
    <dsp:sp modelId="{4C719304-BF43-436C-966B-8446A2C19725}">
      <dsp:nvSpPr>
        <dsp:cNvPr id="7" name="Rectangles 6" hidden="1"/>
        <dsp:cNvSpPr/>
      </dsp:nvSpPr>
      <dsp:spPr>
        <a:xfrm>
          <a:off x="0" y="2151974"/>
          <a:ext cx="506863" cy="1005977"/>
        </a:xfrm>
        <a:prstGeom prst="rect">
          <a:avLst/>
        </a:prstGeom>
      </dsp:spPr>
      <dsp:txXfrm>
        <a:off x="0" y="2151974"/>
        <a:ext cx="506863" cy="1005977"/>
      </dsp:txXfrm>
    </dsp:sp>
    <dsp:sp modelId="{E6DDB308-D9F5-440B-946F-FF8731BDE99D}">
      <dsp:nvSpPr>
        <dsp:cNvPr id="10" name="Rectangles 9" hidden="1"/>
        <dsp:cNvSpPr/>
      </dsp:nvSpPr>
      <dsp:spPr>
        <a:xfrm>
          <a:off x="2956827" y="2151974"/>
          <a:ext cx="513575" cy="1005977"/>
        </a:xfrm>
        <a:prstGeom prst="rect">
          <a:avLst/>
        </a:prstGeom>
      </dsp:spPr>
      <dsp:txXfrm>
        <a:off x="2956827" y="2151974"/>
        <a:ext cx="513575" cy="1005977"/>
      </dsp:txXfrm>
    </dsp:sp>
    <dsp:sp modelId="{6CC99B6F-00BD-4152-A7D9-4EB99DF374BA}">
      <dsp:nvSpPr>
        <dsp:cNvPr id="13" name="Rectangles 12" hidden="1"/>
        <dsp:cNvSpPr/>
      </dsp:nvSpPr>
      <dsp:spPr>
        <a:xfrm>
          <a:off x="5947213" y="2151974"/>
          <a:ext cx="529820" cy="1005977"/>
        </a:xfrm>
        <a:prstGeom prst="rect">
          <a:avLst/>
        </a:prstGeom>
      </dsp:spPr>
      <dsp:txXfrm>
        <a:off x="5947213" y="2151974"/>
        <a:ext cx="529820" cy="1005977"/>
      </dsp:txXfrm>
    </dsp:sp>
  </dsp:spTree>
</dsp:drawing>
</file>

<file path=ppt/diagrams/layout1.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linDir" val="fromT"/>
                  <dgm:param type="chAlign" val="r"/>
                </dgm:alg>
              </dgm:if>
              <dgm:if name="Name18" func="var" arg="hierBranch" op="equ" val="r">
                <dgm:alg type="hierChild">
                  <dgm:param type="linDir" val="fromT"/>
                  <dgm:param type="chAlign" val="l"/>
                </dgm:alg>
              </dgm:if>
              <dgm:if name="Name19" func="var" arg="hierBranch" op="equ" val="hang">
                <dgm:choose name="Name20">
                  <dgm:if name="Name21" func="var" arg="dir" op="equ" val="norm">
                    <dgm:alg type="hierChild">
                      <dgm:param type="linDir" val="fromL"/>
                      <dgm:param type="chAlign" val="l"/>
                      <dgm:param type="secLinDir" val="fromT"/>
                      <dgm:param type="secChAlign" val="t"/>
                    </dgm:alg>
                  </dgm:if>
                  <dgm:else name="Name22">
                    <dgm:alg type="hierChild">
                      <dgm:param type="linDir" val="fromR"/>
                      <dgm:param type="chAlign" val="l"/>
                      <dgm:param type="secLinDir" val="fromT"/>
                      <dgm:param type="secChAlign" val="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srcNode" val="bottomArc1"/>
                            <dgm:param type="dstNode" val="topArc2"/>
                            <dgm:param type="dim" val="1D"/>
                            <dgm:param type="endSty" val="noArr"/>
                            <dgm:param type="connRout" val="bend"/>
                            <dgm:param type="begPts" val="bCtr"/>
                            <dgm:param type="endPts" val="tCtr"/>
                            <dgm:param type="bendPt" val="end"/>
                          </dgm:alg>
                        </dgm:if>
                        <dgm:if name="Name33" axis="par" ptType="asst" func="cnt" op="equ" val="1">
                          <dgm:alg type="conn">
                            <dgm:param type="srcNode" val="bottomArc3"/>
                            <dgm:param type="dstNode" val="topArc2"/>
                            <dgm:param type="dim" val="1D"/>
                            <dgm:param type="endSty" val="noArr"/>
                            <dgm:param type="connRout" val="bend"/>
                            <dgm:param type="begPts" val="bCtr"/>
                            <dgm:param type="endPts" val="tCtr"/>
                            <dgm:param type="bendPt" val="end"/>
                          </dgm:alg>
                        </dgm:if>
                        <dgm:else name="Name34">
                          <dgm:alg type="conn">
                            <dgm:param type="srcNode" val="bottomArc2"/>
                            <dgm:param type="dstNode" val="topArc2"/>
                            <dgm:param type="dim" val="1D"/>
                            <dgm:param type="endSty" val="noArr"/>
                            <dgm:param type="connRout" val="bend"/>
                            <dgm:param type="begPts" val="bCtr"/>
                            <dgm:param type="endPts" val="tCtr"/>
                            <dgm:param type="bendPt" val="end"/>
                          </dgm:alg>
                        </dgm:else>
                      </dgm:choose>
                    </dgm:if>
                    <dgm:if name="Name35" func="var" arg="hierBranch" op="equ" val="init">
                      <dgm:choose name="Name36">
                        <dgm:if name="Name37" axis="self" func="depth" op="lte" val="2">
                          <dgm:choose name="Name38">
                            <dgm:if name="Name39" axis="self" func="depth" op="lte" val="2">
                              <dgm:alg type="conn">
                                <dgm:param type="srcNode" val="bottomArc1"/>
                                <dgm:param type="dstNode" val="topArc2"/>
                                <dgm:param type="dim" val="1D"/>
                                <dgm:param type="endSty" val="noArr"/>
                                <dgm:param type="connRout" val="bend"/>
                                <dgm:param type="begPts" val="bCtr"/>
                                <dgm:param type="endPts" val="tCtr"/>
                                <dgm:param type="bendPt" val="end"/>
                              </dgm:alg>
                            </dgm:if>
                            <dgm:if name="Name40" axis="par" ptType="asst" func="cnt" op="equ" val="1">
                              <dgm:alg type="conn">
                                <dgm:param type="srcNode" val="bottomArc3"/>
                                <dgm:param type="dstNode" val="topArc2"/>
                                <dgm:param type="dim" val="1D"/>
                                <dgm:param type="endSty" val="noArr"/>
                                <dgm:param type="connRout" val="bend"/>
                                <dgm:param type="begPts" val="bCtr"/>
                                <dgm:param type="endPts" val="tCtr"/>
                                <dgm:param type="bendPt" val="end"/>
                              </dgm:alg>
                            </dgm:if>
                            <dgm:else name="Name41">
                              <dgm:alg type="conn">
                                <dgm:param type="srcNode" val="bottomArc2"/>
                                <dgm:param type="dstNode" val="topArc2"/>
                                <dgm:param type="dim" val="1D"/>
                                <dgm:param type="endSty" val="noArr"/>
                                <dgm:param type="connRout" val="bend"/>
                                <dgm:param type="begPts" val="bCtr"/>
                                <dgm:param type="endPts" val="tCtr"/>
                                <dgm:param type="bendPt" val="end"/>
                              </dgm:alg>
                            </dgm:else>
                          </dgm:choose>
                        </dgm:if>
                        <dgm:else name="Name42">
                          <dgm:choose name="Name43">
                            <dgm:if name="Name44" axis="par des" func="maxDepth" op="lte" val="1">
                              <dgm:choose name="Name45">
                                <dgm:if name="Name46" axis="self" func="depth" op="lte" val="2">
                                  <dgm:alg type="conn">
                                    <dgm:param type="srcNode" val="bottomArc1"/>
                                    <dgm:param type="dstNode" val="topConnNode2"/>
                                    <dgm:param type="dim" val="1D"/>
                                    <dgm:param type="endSty" val="noArr"/>
                                    <dgm:param type="connRout" val="bend"/>
                                    <dgm:param type="begPts" val="bCtr"/>
                                    <dgm:param type="endPts" val="bL bR"/>
                                  </dgm:alg>
                                </dgm:if>
                                <dgm:if name="Name47" axis="par" ptType="asst" func="cnt" op="equ" val="1">
                                  <dgm:alg type="conn">
                                    <dgm:param type="srcNode" val="bottomArc3"/>
                                    <dgm:param type="dstNode" val="topConnNode2"/>
                                    <dgm:param type="dim" val="1D"/>
                                    <dgm:param type="endSty" val="noArr"/>
                                    <dgm:param type="connRout" val="bend"/>
                                    <dgm:param type="begPts" val="bCtr"/>
                                    <dgm:param type="endPts" val="bL bR"/>
                                  </dgm:alg>
                                </dgm:if>
                                <dgm:else name="Name48">
                                  <dgm:alg type="conn">
                                    <dgm:param type="srcNode" val="bottomArc2"/>
                                    <dgm:param type="dstNode" val="topConnNode2"/>
                                    <dgm:param type="dim" val="1D"/>
                                    <dgm:param type="endSty" val="noArr"/>
                                    <dgm:param type="connRout" val="bend"/>
                                    <dgm:param type="begPts" val="bCtr"/>
                                    <dgm:param type="endPts" val="bL bR"/>
                                  </dgm:alg>
                                </dgm:else>
                              </dgm:choose>
                            </dgm:if>
                            <dgm:else name="Name49">
                              <dgm:choose name="Name50">
                                <dgm:if name="Name51" axis="self" func="depth" op="lte" val="2">
                                  <dgm:alg type="conn">
                                    <dgm:param type="srcNode" val="bottomArc1"/>
                                    <dgm:param type="dstNode" val="topArc2"/>
                                    <dgm:param type="dim" val="1D"/>
                                    <dgm:param type="endSty" val="noArr"/>
                                    <dgm:param type="connRout" val="bend"/>
                                    <dgm:param type="begPts" val="bCtr"/>
                                    <dgm:param type="endPts" val="tCtr"/>
                                    <dgm:param type="bendPt" val="end"/>
                                  </dgm:alg>
                                </dgm:if>
                                <dgm:if name="Name52" axis="par" ptType="asst" func="cnt" op="equ" val="1">
                                  <dgm:alg type="conn">
                                    <dgm:param type="srcNode" val="bottomArc3"/>
                                    <dgm:param type="dstNode" val="topArc2"/>
                                    <dgm:param type="dim" val="1D"/>
                                    <dgm:param type="endSty" val="noArr"/>
                                    <dgm:param type="connRout" val="bend"/>
                                    <dgm:param type="begPts" val="bCtr"/>
                                    <dgm:param type="endPts" val="tCtr"/>
                                    <dgm:param type="bendPt" val="end"/>
                                  </dgm:alg>
                                </dgm:if>
                                <dgm:else name="Name53">
                                  <dgm:alg type="conn">
                                    <dgm:param type="srcNode" val="bottomArc2"/>
                                    <dgm:param type="dstNode" val="topArc2"/>
                                    <dgm:param type="dim" val="1D"/>
                                    <dgm:param type="endSty" val="noArr"/>
                                    <dgm:param type="connRout" val="bend"/>
                                    <dgm:param type="begPts" val="bCtr"/>
                                    <dgm:param type="endPts" val="tCtr"/>
                                    <dgm:param type="bendPt" val="end"/>
                                  </dgm:alg>
                                </dgm:else>
                              </dgm:choose>
                            </dgm:else>
                          </dgm:choose>
                        </dgm:else>
                      </dgm:choose>
                    </dgm:if>
                    <dgm:else name="Name54">
                      <dgm:choose name="Name55">
                        <dgm:if name="Name56" axis="self" func="depth" op="lte" val="2">
                          <dgm:alg type="conn">
                            <dgm:param type="srcNode" val="bottomArc1"/>
                            <dgm:param type="dstNode" val="topConnNode2"/>
                            <dgm:param type="dim" val="1D"/>
                            <dgm:param type="endSty" val="noArr"/>
                            <dgm:param type="connRout" val="bend"/>
                            <dgm:param type="begPts" val="bCtr"/>
                            <dgm:param type="endPts" val="bL bR"/>
                          </dgm:alg>
                        </dgm:if>
                        <dgm:if name="Name57" axis="par" ptType="asst" func="cnt" op="equ" val="1">
                          <dgm:alg type="conn">
                            <dgm:param type="srcNode" val="bottomArc3"/>
                            <dgm:param type="dstNode" val="topConnNode2"/>
                            <dgm:param type="dim" val="1D"/>
                            <dgm:param type="endSty" val="noArr"/>
                            <dgm:param type="connRout" val="bend"/>
                            <dgm:param type="begPts" val="bCtr"/>
                            <dgm:param type="endPts" val="bL bR"/>
                          </dgm:alg>
                        </dgm:if>
                        <dgm:else name="Name58">
                          <dgm:alg type="conn">
                            <dgm:param type="srcNode" val="bottomArc2"/>
                            <dgm:param type="dstNode" val="topConnNode2"/>
                            <dgm:param type="dim" val="1D"/>
                            <dgm:param type="endSty" val="noArr"/>
                            <dgm:param type="connRout" val="bend"/>
                            <dgm:param type="begPts" val="bCtr"/>
                            <dgm:param type="endPts" val="bL bR"/>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linDir" val="fromT"/>
                        <dgm:param type="chAlign" val="r"/>
                      </dgm:alg>
                    </dgm:if>
                    <dgm:if name="Name75" func="var" arg="hierBranch" op="equ" val="r">
                      <dgm:alg type="hierChild">
                        <dgm:param type="linDir" val="fromT"/>
                        <dgm:param type="chAlign" val="l"/>
                      </dgm:alg>
                    </dgm:if>
                    <dgm:if name="Name76" func="var" arg="hierBranch" op="equ" val="hang">
                      <dgm:choose name="Name77">
                        <dgm:if name="Name78" func="var" arg="dir" op="equ" val="norm">
                          <dgm:alg type="hierChild">
                            <dgm:param type="linDir" val="fromL"/>
                            <dgm:param type="chAlign" val="l"/>
                            <dgm:param type="secLinDir" val="fromT"/>
                            <dgm:param type="secChAlign" val="t"/>
                          </dgm:alg>
                        </dgm:if>
                        <dgm:else name="Name79">
                          <dgm:alg type="hierChild">
                            <dgm:param type="linDir" val="fromR"/>
                            <dgm:param type="chAlign" val="l"/>
                            <dgm:param type="secLinDir" val="fromT"/>
                            <dgm:param type="secChAlign" val="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linDir" val="fromT"/>
                            <dgm:param type="chAlign" val="l"/>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linDir" val="fromL"/>
                        <dgm:param type="chAlign" val="l"/>
                        <dgm:param type="secLinDir" val="fromT"/>
                        <dgm:param type="secChAlign" val="t"/>
                      </dgm:alg>
                    </dgm:if>
                    <dgm:else name="Name95">
                      <dgm:alg type="hierChild">
                        <dgm:param type="linDir" val="fromR"/>
                        <dgm:param type="chAlign" val="l"/>
                        <dgm:param type="secLinDir" val="fromT"/>
                        <dgm:param type="secChAlign" val="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linDir" val="fromL"/>
                  <dgm:param type="chAlign" val="l"/>
                  <dgm:param type="secLinDir" val="fromT"/>
                  <dgm:param type="secChAlign" val="t"/>
                </dgm:alg>
              </dgm:if>
              <dgm:else name="Name99">
                <dgm:alg type="hierChild">
                  <dgm:param type="linDir" val="fromR"/>
                  <dgm:param type="chAlign" val="l"/>
                  <dgm:param type="secLinDir" val="fromT"/>
                  <dgm:param type="secChAlign" val="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srcNode" val="bottomArc1"/>
                        <dgm:param type="dstNode" val="topConnNode3"/>
                        <dgm:param type="dim" val="1D"/>
                        <dgm:param type="endSty" val="noArr"/>
                        <dgm:param type="connRout" val="bend"/>
                        <dgm:param type="begPts" val="bCtr"/>
                        <dgm:param type="endPts" val="bL bR"/>
                      </dgm:alg>
                    </dgm:if>
                    <dgm:if name="Name104" axis="par" ptType="asst" func="cnt" op="equ" val="1">
                      <dgm:alg type="conn">
                        <dgm:param type="srcNode" val="bottomArc3"/>
                        <dgm:param type="dstNode" val="topConnNode3"/>
                        <dgm:param type="dim" val="1D"/>
                        <dgm:param type="endSty" val="noArr"/>
                        <dgm:param type="connRout" val="bend"/>
                        <dgm:param type="begPts" val="bCtr"/>
                        <dgm:param type="endPts" val="bL bR"/>
                      </dgm:alg>
                    </dgm:if>
                    <dgm:else name="Name105">
                      <dgm:alg type="conn">
                        <dgm:param type="srcNode" val="bottomArc2"/>
                        <dgm:param type="dstNode" val="topConnNode3"/>
                        <dgm:param type="dim" val="1D"/>
                        <dgm:param type="endSty" val="noArr"/>
                        <dgm:param type="connRout" val="bend"/>
                        <dgm:param type="begPts" val="bCtr"/>
                        <dgm:param type="endPts" val="bL bR"/>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linDir" val="fromT"/>
                        <dgm:param type="chAlign" val="r"/>
                      </dgm:alg>
                    </dgm:if>
                    <dgm:if name="Name123" func="var" arg="hierBranch" op="equ" val="r">
                      <dgm:alg type="hierChild">
                        <dgm:param type="linDir" val="fromT"/>
                        <dgm:param type="chAlign" val="l"/>
                      </dgm:alg>
                    </dgm:if>
                    <dgm:if name="Name124" func="var" arg="hierBranch" op="equ" val="hang">
                      <dgm:choose name="Name125">
                        <dgm:if name="Name126" func="var" arg="dir" op="equ" val="norm">
                          <dgm:alg type="hierChild">
                            <dgm:param type="linDir" val="fromL"/>
                            <dgm:param type="chAlign" val="l"/>
                            <dgm:param type="secLinDir" val="fromT"/>
                            <dgm:param type="secChAlign" val="t"/>
                          </dgm:alg>
                        </dgm:if>
                        <dgm:else name="Name127">
                          <dgm:alg type="hierChild">
                            <dgm:param type="linDir" val="fromR"/>
                            <dgm:param type="chAlign" val="l"/>
                            <dgm:param type="secLinDir" val="fromT"/>
                            <dgm:param type="secChAlign" val="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linDir" val="fromT"/>
                            <dgm:param type="chAlign" val="l"/>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linDir" val="fromL"/>
                        <dgm:param type="chAlign" val="l"/>
                        <dgm:param type="secLinDir" val="fromT"/>
                        <dgm:param type="secChAlign" val="t"/>
                      </dgm:alg>
                    </dgm:if>
                    <dgm:else name="Name140">
                      <dgm:alg type="hierChild">
                        <dgm:param type="linDir" val="fromR"/>
                        <dgm:param type="chAlign" val="l"/>
                        <dgm:param type="secLinDir" val="fromT"/>
                        <dgm:param type="secChAlign" val="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linDir" val="fromT"/>
                  <dgm:param type="chAlign" val="r"/>
                </dgm:alg>
              </dgm:if>
              <dgm:if name="Name18" func="var" arg="hierBranch" op="equ" val="r">
                <dgm:alg type="hierChild">
                  <dgm:param type="linDir" val="fromT"/>
                  <dgm:param type="chAlign" val="l"/>
                </dgm:alg>
              </dgm:if>
              <dgm:if name="Name19" func="var" arg="hierBranch" op="equ" val="hang">
                <dgm:choose name="Name20">
                  <dgm:if name="Name21" func="var" arg="dir" op="equ" val="norm">
                    <dgm:alg type="hierChild">
                      <dgm:param type="linDir" val="fromL"/>
                      <dgm:param type="chAlign" val="l"/>
                      <dgm:param type="secLinDir" val="fromT"/>
                      <dgm:param type="secChAlign" val="t"/>
                    </dgm:alg>
                  </dgm:if>
                  <dgm:else name="Name22">
                    <dgm:alg type="hierChild">
                      <dgm:param type="linDir" val="fromR"/>
                      <dgm:param type="chAlign" val="l"/>
                      <dgm:param type="secLinDir" val="fromT"/>
                      <dgm:param type="secChAlign" val="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srcNode" val="bottomArc1"/>
                            <dgm:param type="dstNode" val="topArc2"/>
                            <dgm:param type="dim" val="1D"/>
                            <dgm:param type="endSty" val="noArr"/>
                            <dgm:param type="connRout" val="bend"/>
                            <dgm:param type="begPts" val="bCtr"/>
                            <dgm:param type="endPts" val="tCtr"/>
                            <dgm:param type="bendPt" val="end"/>
                          </dgm:alg>
                        </dgm:if>
                        <dgm:if name="Name33" axis="par" ptType="asst" func="cnt" op="equ" val="1">
                          <dgm:alg type="conn">
                            <dgm:param type="srcNode" val="bottomArc3"/>
                            <dgm:param type="dstNode" val="topArc2"/>
                            <dgm:param type="dim" val="1D"/>
                            <dgm:param type="endSty" val="noArr"/>
                            <dgm:param type="connRout" val="bend"/>
                            <dgm:param type="begPts" val="bCtr"/>
                            <dgm:param type="endPts" val="tCtr"/>
                            <dgm:param type="bendPt" val="end"/>
                          </dgm:alg>
                        </dgm:if>
                        <dgm:else name="Name34">
                          <dgm:alg type="conn">
                            <dgm:param type="srcNode" val="bottomArc2"/>
                            <dgm:param type="dstNode" val="topArc2"/>
                            <dgm:param type="dim" val="1D"/>
                            <dgm:param type="endSty" val="noArr"/>
                            <dgm:param type="connRout" val="bend"/>
                            <dgm:param type="begPts" val="bCtr"/>
                            <dgm:param type="endPts" val="tCtr"/>
                            <dgm:param type="bendPt" val="end"/>
                          </dgm:alg>
                        </dgm:else>
                      </dgm:choose>
                    </dgm:if>
                    <dgm:if name="Name35" func="var" arg="hierBranch" op="equ" val="init">
                      <dgm:choose name="Name36">
                        <dgm:if name="Name37" axis="self" func="depth" op="lte" val="2">
                          <dgm:choose name="Name38">
                            <dgm:if name="Name39" axis="self" func="depth" op="lte" val="2">
                              <dgm:alg type="conn">
                                <dgm:param type="srcNode" val="bottomArc1"/>
                                <dgm:param type="dstNode" val="topArc2"/>
                                <dgm:param type="dim" val="1D"/>
                                <dgm:param type="endSty" val="noArr"/>
                                <dgm:param type="connRout" val="bend"/>
                                <dgm:param type="begPts" val="bCtr"/>
                                <dgm:param type="endPts" val="tCtr"/>
                                <dgm:param type="bendPt" val="end"/>
                              </dgm:alg>
                            </dgm:if>
                            <dgm:if name="Name40" axis="par" ptType="asst" func="cnt" op="equ" val="1">
                              <dgm:alg type="conn">
                                <dgm:param type="srcNode" val="bottomArc3"/>
                                <dgm:param type="dstNode" val="topArc2"/>
                                <dgm:param type="dim" val="1D"/>
                                <dgm:param type="endSty" val="noArr"/>
                                <dgm:param type="connRout" val="bend"/>
                                <dgm:param type="begPts" val="bCtr"/>
                                <dgm:param type="endPts" val="tCtr"/>
                                <dgm:param type="bendPt" val="end"/>
                              </dgm:alg>
                            </dgm:if>
                            <dgm:else name="Name41">
                              <dgm:alg type="conn">
                                <dgm:param type="srcNode" val="bottomArc2"/>
                                <dgm:param type="dstNode" val="topArc2"/>
                                <dgm:param type="dim" val="1D"/>
                                <dgm:param type="endSty" val="noArr"/>
                                <dgm:param type="connRout" val="bend"/>
                                <dgm:param type="begPts" val="bCtr"/>
                                <dgm:param type="endPts" val="tCtr"/>
                                <dgm:param type="bendPt" val="end"/>
                              </dgm:alg>
                            </dgm:else>
                          </dgm:choose>
                        </dgm:if>
                        <dgm:else name="Name42">
                          <dgm:choose name="Name43">
                            <dgm:if name="Name44" axis="par des" func="maxDepth" op="lte" val="1">
                              <dgm:choose name="Name45">
                                <dgm:if name="Name46" axis="self" func="depth" op="lte" val="2">
                                  <dgm:alg type="conn">
                                    <dgm:param type="srcNode" val="bottomArc1"/>
                                    <dgm:param type="dstNode" val="topConnNode2"/>
                                    <dgm:param type="dim" val="1D"/>
                                    <dgm:param type="endSty" val="noArr"/>
                                    <dgm:param type="connRout" val="bend"/>
                                    <dgm:param type="begPts" val="bCtr"/>
                                    <dgm:param type="endPts" val="bL bR"/>
                                  </dgm:alg>
                                </dgm:if>
                                <dgm:if name="Name47" axis="par" ptType="asst" func="cnt" op="equ" val="1">
                                  <dgm:alg type="conn">
                                    <dgm:param type="srcNode" val="bottomArc3"/>
                                    <dgm:param type="dstNode" val="topConnNode2"/>
                                    <dgm:param type="dim" val="1D"/>
                                    <dgm:param type="endSty" val="noArr"/>
                                    <dgm:param type="connRout" val="bend"/>
                                    <dgm:param type="begPts" val="bCtr"/>
                                    <dgm:param type="endPts" val="bL bR"/>
                                  </dgm:alg>
                                </dgm:if>
                                <dgm:else name="Name48">
                                  <dgm:alg type="conn">
                                    <dgm:param type="srcNode" val="bottomArc2"/>
                                    <dgm:param type="dstNode" val="topConnNode2"/>
                                    <dgm:param type="dim" val="1D"/>
                                    <dgm:param type="endSty" val="noArr"/>
                                    <dgm:param type="connRout" val="bend"/>
                                    <dgm:param type="begPts" val="bCtr"/>
                                    <dgm:param type="endPts" val="bL bR"/>
                                  </dgm:alg>
                                </dgm:else>
                              </dgm:choose>
                            </dgm:if>
                            <dgm:else name="Name49">
                              <dgm:choose name="Name50">
                                <dgm:if name="Name51" axis="self" func="depth" op="lte" val="2">
                                  <dgm:alg type="conn">
                                    <dgm:param type="srcNode" val="bottomArc1"/>
                                    <dgm:param type="dstNode" val="topArc2"/>
                                    <dgm:param type="dim" val="1D"/>
                                    <dgm:param type="endSty" val="noArr"/>
                                    <dgm:param type="connRout" val="bend"/>
                                    <dgm:param type="begPts" val="bCtr"/>
                                    <dgm:param type="endPts" val="tCtr"/>
                                    <dgm:param type="bendPt" val="end"/>
                                  </dgm:alg>
                                </dgm:if>
                                <dgm:if name="Name52" axis="par" ptType="asst" func="cnt" op="equ" val="1">
                                  <dgm:alg type="conn">
                                    <dgm:param type="srcNode" val="bottomArc3"/>
                                    <dgm:param type="dstNode" val="topArc2"/>
                                    <dgm:param type="dim" val="1D"/>
                                    <dgm:param type="endSty" val="noArr"/>
                                    <dgm:param type="connRout" val="bend"/>
                                    <dgm:param type="begPts" val="bCtr"/>
                                    <dgm:param type="endPts" val="tCtr"/>
                                    <dgm:param type="bendPt" val="end"/>
                                  </dgm:alg>
                                </dgm:if>
                                <dgm:else name="Name53">
                                  <dgm:alg type="conn">
                                    <dgm:param type="srcNode" val="bottomArc2"/>
                                    <dgm:param type="dstNode" val="topArc2"/>
                                    <dgm:param type="dim" val="1D"/>
                                    <dgm:param type="endSty" val="noArr"/>
                                    <dgm:param type="connRout" val="bend"/>
                                    <dgm:param type="begPts" val="bCtr"/>
                                    <dgm:param type="endPts" val="tCtr"/>
                                    <dgm:param type="bendPt" val="end"/>
                                  </dgm:alg>
                                </dgm:else>
                              </dgm:choose>
                            </dgm:else>
                          </dgm:choose>
                        </dgm:else>
                      </dgm:choose>
                    </dgm:if>
                    <dgm:else name="Name54">
                      <dgm:choose name="Name55">
                        <dgm:if name="Name56" axis="self" func="depth" op="lte" val="2">
                          <dgm:alg type="conn">
                            <dgm:param type="srcNode" val="bottomArc1"/>
                            <dgm:param type="dstNode" val="topConnNode2"/>
                            <dgm:param type="dim" val="1D"/>
                            <dgm:param type="endSty" val="noArr"/>
                            <dgm:param type="connRout" val="bend"/>
                            <dgm:param type="begPts" val="bCtr"/>
                            <dgm:param type="endPts" val="bL bR"/>
                          </dgm:alg>
                        </dgm:if>
                        <dgm:if name="Name57" axis="par" ptType="asst" func="cnt" op="equ" val="1">
                          <dgm:alg type="conn">
                            <dgm:param type="srcNode" val="bottomArc3"/>
                            <dgm:param type="dstNode" val="topConnNode2"/>
                            <dgm:param type="dim" val="1D"/>
                            <dgm:param type="endSty" val="noArr"/>
                            <dgm:param type="connRout" val="bend"/>
                            <dgm:param type="begPts" val="bCtr"/>
                            <dgm:param type="endPts" val="bL bR"/>
                          </dgm:alg>
                        </dgm:if>
                        <dgm:else name="Name58">
                          <dgm:alg type="conn">
                            <dgm:param type="srcNode" val="bottomArc2"/>
                            <dgm:param type="dstNode" val="topConnNode2"/>
                            <dgm:param type="dim" val="1D"/>
                            <dgm:param type="endSty" val="noArr"/>
                            <dgm:param type="connRout" val="bend"/>
                            <dgm:param type="begPts" val="bCtr"/>
                            <dgm:param type="endPts" val="bL bR"/>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linDir" val="fromT"/>
                        <dgm:param type="chAlign" val="r"/>
                      </dgm:alg>
                    </dgm:if>
                    <dgm:if name="Name75" func="var" arg="hierBranch" op="equ" val="r">
                      <dgm:alg type="hierChild">
                        <dgm:param type="linDir" val="fromT"/>
                        <dgm:param type="chAlign" val="l"/>
                      </dgm:alg>
                    </dgm:if>
                    <dgm:if name="Name76" func="var" arg="hierBranch" op="equ" val="hang">
                      <dgm:choose name="Name77">
                        <dgm:if name="Name78" func="var" arg="dir" op="equ" val="norm">
                          <dgm:alg type="hierChild">
                            <dgm:param type="linDir" val="fromL"/>
                            <dgm:param type="chAlign" val="l"/>
                            <dgm:param type="secLinDir" val="fromT"/>
                            <dgm:param type="secChAlign" val="t"/>
                          </dgm:alg>
                        </dgm:if>
                        <dgm:else name="Name79">
                          <dgm:alg type="hierChild">
                            <dgm:param type="linDir" val="fromR"/>
                            <dgm:param type="chAlign" val="l"/>
                            <dgm:param type="secLinDir" val="fromT"/>
                            <dgm:param type="secChAlign" val="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linDir" val="fromT"/>
                            <dgm:param type="chAlign" val="l"/>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linDir" val="fromL"/>
                        <dgm:param type="chAlign" val="l"/>
                        <dgm:param type="secLinDir" val="fromT"/>
                        <dgm:param type="secChAlign" val="t"/>
                      </dgm:alg>
                    </dgm:if>
                    <dgm:else name="Name95">
                      <dgm:alg type="hierChild">
                        <dgm:param type="linDir" val="fromR"/>
                        <dgm:param type="chAlign" val="l"/>
                        <dgm:param type="secLinDir" val="fromT"/>
                        <dgm:param type="secChAlign" val="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linDir" val="fromL"/>
                  <dgm:param type="chAlign" val="l"/>
                  <dgm:param type="secLinDir" val="fromT"/>
                  <dgm:param type="secChAlign" val="t"/>
                </dgm:alg>
              </dgm:if>
              <dgm:else name="Name99">
                <dgm:alg type="hierChild">
                  <dgm:param type="linDir" val="fromR"/>
                  <dgm:param type="chAlign" val="l"/>
                  <dgm:param type="secLinDir" val="fromT"/>
                  <dgm:param type="secChAlign" val="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srcNode" val="bottomArc1"/>
                        <dgm:param type="dstNode" val="topConnNode3"/>
                        <dgm:param type="dim" val="1D"/>
                        <dgm:param type="endSty" val="noArr"/>
                        <dgm:param type="connRout" val="bend"/>
                        <dgm:param type="begPts" val="bCtr"/>
                        <dgm:param type="endPts" val="bL bR"/>
                      </dgm:alg>
                    </dgm:if>
                    <dgm:if name="Name104" axis="par" ptType="asst" func="cnt" op="equ" val="1">
                      <dgm:alg type="conn">
                        <dgm:param type="srcNode" val="bottomArc3"/>
                        <dgm:param type="dstNode" val="topConnNode3"/>
                        <dgm:param type="dim" val="1D"/>
                        <dgm:param type="endSty" val="noArr"/>
                        <dgm:param type="connRout" val="bend"/>
                        <dgm:param type="begPts" val="bCtr"/>
                        <dgm:param type="endPts" val="bL bR"/>
                      </dgm:alg>
                    </dgm:if>
                    <dgm:else name="Name105">
                      <dgm:alg type="conn">
                        <dgm:param type="srcNode" val="bottomArc2"/>
                        <dgm:param type="dstNode" val="topConnNode3"/>
                        <dgm:param type="dim" val="1D"/>
                        <dgm:param type="endSty" val="noArr"/>
                        <dgm:param type="connRout" val="bend"/>
                        <dgm:param type="begPts" val="bCtr"/>
                        <dgm:param type="endPts" val="bL bR"/>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linDir" val="fromT"/>
                        <dgm:param type="chAlign" val="r"/>
                      </dgm:alg>
                    </dgm:if>
                    <dgm:if name="Name123" func="var" arg="hierBranch" op="equ" val="r">
                      <dgm:alg type="hierChild">
                        <dgm:param type="linDir" val="fromT"/>
                        <dgm:param type="chAlign" val="l"/>
                      </dgm:alg>
                    </dgm:if>
                    <dgm:if name="Name124" func="var" arg="hierBranch" op="equ" val="hang">
                      <dgm:choose name="Name125">
                        <dgm:if name="Name126" func="var" arg="dir" op="equ" val="norm">
                          <dgm:alg type="hierChild">
                            <dgm:param type="linDir" val="fromL"/>
                            <dgm:param type="chAlign" val="l"/>
                            <dgm:param type="secLinDir" val="fromT"/>
                            <dgm:param type="secChAlign" val="t"/>
                          </dgm:alg>
                        </dgm:if>
                        <dgm:else name="Name127">
                          <dgm:alg type="hierChild">
                            <dgm:param type="linDir" val="fromR"/>
                            <dgm:param type="chAlign" val="l"/>
                            <dgm:param type="secLinDir" val="fromT"/>
                            <dgm:param type="secChAlign" val="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linDir" val="fromT"/>
                            <dgm:param type="chAlign" val="l"/>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linDir" val="fromL"/>
                        <dgm:param type="chAlign" val="l"/>
                        <dgm:param type="secLinDir" val="fromT"/>
                        <dgm:param type="secChAlign" val="t"/>
                      </dgm:alg>
                    </dgm:if>
                    <dgm:else name="Name140">
                      <dgm:alg type="hierChild">
                        <dgm:param type="linDir" val="fromR"/>
                        <dgm:param type="chAlign" val="l"/>
                        <dgm:param type="secLinDir" val="fromT"/>
                        <dgm:param type="secChAlign" val="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rSet qsTypeId="urn:microsoft.com/office/officeart/2005/8/quickstyle/simple5"/>
        </dgm:pt>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kaggle.com/" TargetMode="Externa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1972" y="1004552"/>
            <a:ext cx="10406129" cy="4082603"/>
          </a:xfrm>
        </p:spPr>
        <p:txBody>
          <a:bodyPr>
            <a:normAutofit fontScale="90000"/>
          </a:bodyPr>
          <a:lstStyle/>
          <a:p>
            <a:pPr algn="l"/>
            <a:br>
              <a:rPr lang="en-US" dirty="0">
                <a:solidFill>
                  <a:schemeClr val="tx1">
                    <a:lumMod val="95000"/>
                    <a:lumOff val="5000"/>
                  </a:schemeClr>
                </a:solidFill>
              </a:rPr>
            </a:br>
            <a:r>
              <a:rPr lang="en-US" sz="6000" dirty="0">
                <a:solidFill>
                  <a:schemeClr val="tx1">
                    <a:lumMod val="95000"/>
                    <a:lumOff val="5000"/>
                  </a:schemeClr>
                </a:solidFill>
                <a:latin typeface="Algerian" panose="04020705040A02060702" pitchFamily="82" charset="0"/>
              </a:rPr>
              <a:t>Multiple Disease Prediction Using Machine Learning</a:t>
            </a:r>
            <a:br>
              <a:rPr lang="en-US" sz="6000" dirty="0">
                <a:solidFill>
                  <a:schemeClr val="tx1">
                    <a:lumMod val="95000"/>
                    <a:lumOff val="5000"/>
                  </a:schemeClr>
                </a:solidFill>
                <a:latin typeface="Algerian" panose="04020705040A02060702" pitchFamily="82" charset="0"/>
              </a:rPr>
            </a:br>
            <a:endParaRPr lang="en-US" dirty="0">
              <a:solidFill>
                <a:schemeClr val="tx1">
                  <a:lumMod val="95000"/>
                  <a:lumOff val="5000"/>
                </a:schemeClr>
              </a:solidFill>
              <a:latin typeface="Algerian" panose="04020705040A02060702" pitchFamily="82" charset="0"/>
            </a:endParaRPr>
          </a:p>
        </p:txBody>
      </p:sp>
      <p:sp>
        <p:nvSpPr>
          <p:cNvPr id="3" name="TextBox 2"/>
          <p:cNvSpPr txBox="1"/>
          <p:nvPr/>
        </p:nvSpPr>
        <p:spPr>
          <a:xfrm>
            <a:off x="9970770" y="5528310"/>
            <a:ext cx="3500755" cy="718185"/>
          </a:xfrm>
          <a:prstGeom prst="rect">
            <a:avLst/>
          </a:prstGeom>
          <a:noFill/>
        </p:spPr>
        <p:txBody>
          <a:bodyPr wrap="square" rtlCol="0">
            <a:noAutofit/>
          </a:bodyPr>
          <a:lstStyle/>
          <a:p>
            <a:r>
              <a:rPr lang="en-US" dirty="0"/>
              <a:t>By :</a:t>
            </a:r>
            <a:endParaRPr lang="en-US" dirty="0"/>
          </a:p>
          <a:p>
            <a:r>
              <a:rPr lang="en-US" dirty="0"/>
              <a:t>	</a:t>
            </a:r>
            <a:r>
              <a:rPr lang="en-IN" altLang="en-US" dirty="0"/>
              <a:t>Ayush Sharma</a:t>
            </a:r>
            <a:endParaRPr lang="en-IN" altLang="en-US" dirty="0"/>
          </a:p>
          <a:p>
            <a:r>
              <a:rPr lang="en-IN" altLang="en-US" dirty="0"/>
              <a:t>       Vansh PAtel</a:t>
            </a:r>
            <a:endParaRPr lang="en-I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180" y="134157"/>
            <a:ext cx="8911687" cy="1280890"/>
          </a:xfrm>
        </p:spPr>
        <p:txBody>
          <a:bodyPr>
            <a:normAutofit/>
          </a:bodyPr>
          <a:lstStyle/>
          <a:p>
            <a:pPr algn="ctr"/>
            <a:r>
              <a:rPr lang="en-US" sz="6600" dirty="0">
                <a:solidFill>
                  <a:schemeClr val="tx1">
                    <a:lumMod val="95000"/>
                    <a:lumOff val="5000"/>
                  </a:schemeClr>
                </a:solidFill>
                <a:latin typeface="Algerian" panose="04020705040A02060702" pitchFamily="82" charset="0"/>
              </a:rPr>
              <a:t>Index</a:t>
            </a:r>
            <a:endParaRPr lang="en-US" sz="6600" dirty="0">
              <a:solidFill>
                <a:schemeClr val="tx1">
                  <a:lumMod val="95000"/>
                  <a:lumOff val="5000"/>
                </a:schemeClr>
              </a:solidFill>
              <a:latin typeface="Algerian" panose="04020705040A02060702" pitchFamily="82" charset="0"/>
            </a:endParaRPr>
          </a:p>
        </p:txBody>
      </p:sp>
      <p:sp>
        <p:nvSpPr>
          <p:cNvPr id="3" name="Content Placeholder 2"/>
          <p:cNvSpPr>
            <a:spLocks noGrp="1"/>
          </p:cNvSpPr>
          <p:nvPr>
            <p:ph idx="1"/>
          </p:nvPr>
        </p:nvSpPr>
        <p:spPr>
          <a:xfrm>
            <a:off x="0" y="1241425"/>
            <a:ext cx="9561195" cy="5616575"/>
          </a:xfrm>
        </p:spPr>
        <p:txBody>
          <a:bodyPr numCol="2">
            <a:normAutofit/>
          </a:bodyPr>
          <a:lstStyle/>
          <a:p>
            <a:r>
              <a:rPr lang="en-US" sz="3600" dirty="0">
                <a:latin typeface="Algerian" panose="04020705040A02060702" pitchFamily="82" charset="0"/>
              </a:rPr>
              <a:t>Abstract        </a:t>
            </a:r>
            <a:endParaRPr lang="en-US" sz="3600" dirty="0">
              <a:latin typeface="Algerian" panose="04020705040A02060702" pitchFamily="82" charset="0"/>
            </a:endParaRPr>
          </a:p>
          <a:p>
            <a:r>
              <a:rPr lang="en-US" sz="3600" dirty="0">
                <a:latin typeface="Algerian" panose="04020705040A02060702" pitchFamily="82" charset="0"/>
              </a:rPr>
              <a:t>Introduction</a:t>
            </a:r>
            <a:endParaRPr lang="en-US" sz="3600" dirty="0">
              <a:latin typeface="Algerian" panose="04020705040A02060702" pitchFamily="82" charset="0"/>
            </a:endParaRPr>
          </a:p>
          <a:p>
            <a:r>
              <a:rPr lang="en-US" sz="3600" dirty="0">
                <a:latin typeface="Algerian" panose="04020705040A02060702" pitchFamily="82" charset="0"/>
              </a:rPr>
              <a:t>System analysis</a:t>
            </a:r>
            <a:endParaRPr lang="en-US" sz="3600" dirty="0">
              <a:latin typeface="Algerian" panose="04020705040A02060702" pitchFamily="82" charset="0"/>
            </a:endParaRPr>
          </a:p>
          <a:p>
            <a:r>
              <a:rPr lang="en-US" sz="3600" dirty="0">
                <a:latin typeface="Algerian" panose="04020705040A02060702" pitchFamily="82" charset="0"/>
              </a:rPr>
              <a:t>System design</a:t>
            </a:r>
            <a:endParaRPr lang="en-US" sz="3600" dirty="0">
              <a:latin typeface="Algerian" panose="04020705040A02060702" pitchFamily="82" charset="0"/>
            </a:endParaRPr>
          </a:p>
          <a:p>
            <a:r>
              <a:rPr lang="en-US" sz="3600" dirty="0">
                <a:latin typeface="Algerian" panose="04020705040A02060702" pitchFamily="82" charset="0"/>
              </a:rPr>
              <a:t>Implantation &amp; testing</a:t>
            </a:r>
            <a:endParaRPr lang="en-US" sz="3600" dirty="0">
              <a:latin typeface="Algerian" panose="04020705040A02060702" pitchFamily="82" charset="0"/>
            </a:endParaRPr>
          </a:p>
          <a:p>
            <a:r>
              <a:rPr lang="en-US" sz="3600" dirty="0">
                <a:latin typeface="Algerian" panose="04020705040A02060702" pitchFamily="82" charset="0"/>
              </a:rPr>
              <a:t>Result</a:t>
            </a:r>
            <a:endParaRPr lang="en-US" sz="3600" dirty="0">
              <a:latin typeface="Algerian" panose="04020705040A02060702" pitchFamily="82" charset="0"/>
            </a:endParaRPr>
          </a:p>
          <a:p>
            <a:r>
              <a:rPr lang="en-US" sz="3600" dirty="0">
                <a:latin typeface="Algerian" panose="04020705040A02060702" pitchFamily="82" charset="0"/>
              </a:rPr>
              <a:t>Conclusion</a:t>
            </a:r>
            <a:endParaRPr lang="en-US" sz="3600" dirty="0">
              <a:latin typeface="Algerian" panose="04020705040A02060702" pitchFamily="82" charset="0"/>
            </a:endParaRPr>
          </a:p>
          <a:p>
            <a:r>
              <a:rPr lang="en-US" sz="3600" dirty="0">
                <a:latin typeface="Algerian" panose="04020705040A02060702" pitchFamily="82" charset="0"/>
              </a:rPr>
              <a:t>Future work</a:t>
            </a:r>
            <a:endParaRPr lang="en-US" sz="3600" dirty="0">
              <a:latin typeface="Algerian" panose="04020705040A02060702" pitchFamily="8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8525" y="546837"/>
            <a:ext cx="8911687" cy="1280890"/>
          </a:xfrm>
        </p:spPr>
        <p:txBody>
          <a:bodyPr>
            <a:normAutofit/>
          </a:bodyPr>
          <a:lstStyle/>
          <a:p>
            <a:pPr algn="ctr"/>
            <a:r>
              <a:rPr lang="en-US" sz="4400" dirty="0">
                <a:latin typeface="Algerian" panose="04020705040A02060702" pitchFamily="82" charset="0"/>
              </a:rPr>
              <a:t>ABSTRACT</a:t>
            </a:r>
            <a:endParaRPr lang="en-US" sz="4400" dirty="0">
              <a:latin typeface="Algerian" panose="04020705040A02060702" pitchFamily="82" charset="0"/>
            </a:endParaRPr>
          </a:p>
        </p:txBody>
      </p:sp>
      <p:sp>
        <p:nvSpPr>
          <p:cNvPr id="3" name="Content Placeholder 2"/>
          <p:cNvSpPr>
            <a:spLocks noGrp="1"/>
          </p:cNvSpPr>
          <p:nvPr>
            <p:ph idx="1"/>
          </p:nvPr>
        </p:nvSpPr>
        <p:spPr>
          <a:xfrm>
            <a:off x="1184856" y="2455573"/>
            <a:ext cx="9633397" cy="2824765"/>
          </a:xfrm>
        </p:spPr>
        <p:txBody>
          <a:bodyPr>
            <a:noAutofit/>
          </a:bodyPr>
          <a:lstStyle/>
          <a:p>
            <a:pPr algn="just"/>
            <a:r>
              <a:rPr lang="en-US" sz="3200" dirty="0">
                <a:latin typeface="Agency FB" panose="020B0503020202020204" pitchFamily="34" charset="0"/>
                <a:cs typeface="Arial" panose="020B0604020202020204" pitchFamily="34" charset="0"/>
              </a:rPr>
              <a:t>Machine learning is used across many ranges around the world. The healthcare industry is no exclusion .mlcan play an essential role in prediction presence labesence and locomotion disorder heart diseases ,cancer and moimpre such info, of predicted well in advance can provide instruction to doctors who can then adapt their diagnosis per patient basis.</a:t>
            </a:r>
            <a:endParaRPr lang="en-US" sz="3200" dirty="0">
              <a:latin typeface="Agency FB" panose="020B0503020202020204" pitchFamily="34" charset="0"/>
              <a:cs typeface="Arial" panose="020B0604020202020204" pitchFamily="34" charset="0"/>
            </a:endParaRPr>
          </a:p>
          <a:p>
            <a:pPr marL="0" indent="0" algn="just">
              <a:buNone/>
            </a:pPr>
            <a:r>
              <a:rPr lang="en-US" sz="3200" dirty="0">
                <a:latin typeface="Agency FB" panose="020B0503020202020204" pitchFamily="34" charset="0"/>
                <a:cs typeface="Arial" panose="020B0604020202020204" pitchFamily="34" charset="0"/>
              </a:rPr>
              <a:t> </a:t>
            </a:r>
            <a:endParaRPr lang="en-US" sz="3200" dirty="0">
              <a:latin typeface="Agency FB" panose="020B0503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2276698" y="706787"/>
          <a:ext cx="8128000" cy="541866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dirty="0"/>
              <a:t>Background</a:t>
            </a:r>
            <a:endParaRPr lang="en-US" sz="4800" dirty="0"/>
          </a:p>
        </p:txBody>
      </p:sp>
      <p:sp>
        <p:nvSpPr>
          <p:cNvPr id="3" name="Content Placeholder 2"/>
          <p:cNvSpPr>
            <a:spLocks noGrp="1"/>
          </p:cNvSpPr>
          <p:nvPr>
            <p:ph idx="1"/>
          </p:nvPr>
        </p:nvSpPr>
        <p:spPr>
          <a:xfrm>
            <a:off x="978795" y="2639095"/>
            <a:ext cx="5254580" cy="2448059"/>
          </a:xfrm>
        </p:spPr>
        <p:txBody>
          <a:bodyPr>
            <a:noAutofit/>
          </a:bodyPr>
          <a:lstStyle/>
          <a:p>
            <a:pPr marL="0" indent="0" algn="just">
              <a:buNone/>
            </a:pPr>
            <a:r>
              <a:rPr lang="en-US" sz="2800" dirty="0">
                <a:latin typeface="Agency FB" panose="020B0503020202020204" pitchFamily="34" charset="0"/>
              </a:rPr>
              <a:t>According to the who every year more than 20 million death occur worldwide due to breast cancer heart disease </a:t>
            </a:r>
            <a:endParaRPr lang="en-US" sz="2800" dirty="0">
              <a:latin typeface="Agency FB" panose="020B0503020202020204" pitchFamily="34" charset="0"/>
            </a:endParaRPr>
          </a:p>
          <a:p>
            <a:pPr marL="0" indent="0" algn="just">
              <a:buNone/>
            </a:pPr>
            <a:r>
              <a:rPr lang="en-US" sz="2800" dirty="0">
                <a:latin typeface="Agency FB" panose="020B0503020202020204" pitchFamily="34" charset="0"/>
              </a:rPr>
              <a:t>The prediction of chronic diseases are one of the most important subject in section of data analysis.</a:t>
            </a:r>
            <a:endParaRPr lang="en-US" sz="2800" dirty="0">
              <a:latin typeface="Agency FB" panose="020B0503020202020204" pitchFamily="34"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19740" y="2370826"/>
            <a:ext cx="5068367" cy="3089816"/>
          </a:xfrm>
          <a:prstGeom prst="rect">
            <a:avLst/>
          </a:prstGeom>
          <a:solidFill>
            <a:schemeClr val="accent1"/>
          </a:solid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dirty="0">
                <a:latin typeface="Algerian" panose="04020705040A02060702" pitchFamily="82" charset="0"/>
              </a:rPr>
              <a:t>Objective </a:t>
            </a:r>
            <a:endParaRPr lang="en-US" sz="4800" dirty="0">
              <a:latin typeface="Algerian" panose="04020705040A02060702" pitchFamily="82" charset="0"/>
            </a:endParaRPr>
          </a:p>
        </p:txBody>
      </p:sp>
      <p:sp>
        <p:nvSpPr>
          <p:cNvPr id="3" name="Content Placeholder 2"/>
          <p:cNvSpPr>
            <a:spLocks noGrp="1"/>
          </p:cNvSpPr>
          <p:nvPr>
            <p:ph idx="1"/>
          </p:nvPr>
        </p:nvSpPr>
        <p:spPr>
          <a:xfrm>
            <a:off x="746975" y="2133600"/>
            <a:ext cx="5628067" cy="2322490"/>
          </a:xfrm>
        </p:spPr>
        <p:txBody>
          <a:bodyPr>
            <a:noAutofit/>
          </a:bodyPr>
          <a:lstStyle/>
          <a:p>
            <a:pPr algn="just"/>
            <a:r>
              <a:rPr lang="en-US" sz="2800" dirty="0">
                <a:latin typeface="Agency FB" panose="020B0503020202020204" pitchFamily="34" charset="0"/>
              </a:rPr>
              <a:t>The main motives of doing this research is to present a multiple disease prediction model for the occurrence of multiple disease further this research work aimed towards identifying the best classification algorithms identification the possibilities of different disease </a:t>
            </a:r>
            <a:endParaRPr lang="en-US" sz="2800" dirty="0">
              <a:latin typeface="Agency FB" panose="020B0503020202020204" pitchFamily="34"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08508" y="2043448"/>
            <a:ext cx="4847749" cy="375204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dirty="0">
                <a:latin typeface="Algerian" panose="04020705040A02060702" pitchFamily="82" charset="0"/>
              </a:rPr>
              <a:t>Purpose and Scope </a:t>
            </a:r>
            <a:endParaRPr lang="en-US" sz="4800" dirty="0">
              <a:latin typeface="Algerian" panose="04020705040A02060702" pitchFamily="82" charset="0"/>
            </a:endParaRPr>
          </a:p>
        </p:txBody>
      </p:sp>
      <p:sp>
        <p:nvSpPr>
          <p:cNvPr id="3" name="Content Placeholder 2"/>
          <p:cNvSpPr>
            <a:spLocks noGrp="1"/>
          </p:cNvSpPr>
          <p:nvPr>
            <p:ph idx="1"/>
          </p:nvPr>
        </p:nvSpPr>
        <p:spPr>
          <a:xfrm>
            <a:off x="708896" y="2381519"/>
            <a:ext cx="5434326" cy="3777622"/>
          </a:xfrm>
        </p:spPr>
        <p:txBody>
          <a:bodyPr>
            <a:normAutofit/>
          </a:bodyPr>
          <a:lstStyle/>
          <a:p>
            <a:pPr algn="just"/>
            <a:r>
              <a:rPr lang="en-US" sz="2800" dirty="0">
                <a:latin typeface="Agency FB" panose="020B0503020202020204" pitchFamily="34" charset="0"/>
              </a:rPr>
              <a:t>Making prediction of various disease become easier and accurate which can help the patient for occurring disease and make healthy person.</a:t>
            </a:r>
            <a:endParaRPr lang="en-US" sz="2800" dirty="0">
              <a:latin typeface="Agency FB" panose="020B0503020202020204" pitchFamily="34" charset="0"/>
            </a:endParaRPr>
          </a:p>
          <a:p>
            <a:pPr algn="just"/>
            <a:r>
              <a:rPr lang="en-US" sz="2800" dirty="0">
                <a:latin typeface="Agency FB" panose="020B0503020202020204" pitchFamily="34" charset="0"/>
              </a:rPr>
              <a:t>(ML) system has becomes widely use day by day and make our daily lifestyle smoother and comfortable in short time.</a:t>
            </a:r>
            <a:endParaRPr lang="en-US" sz="2800" dirty="0">
              <a:latin typeface="Agency FB" panose="020B0503020202020204" pitchFamily="34"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96000" y="2113280"/>
            <a:ext cx="3706495" cy="3363595"/>
          </a:xfrm>
          <a:prstGeom prst="rect">
            <a:avLst/>
          </a:prstGeom>
          <a:ln>
            <a:noFill/>
          </a:ln>
          <a:effectLst>
            <a:softEdge rad="11250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665162" y="381000"/>
          <a:ext cx="10879137" cy="54229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Existing System </a:t>
            </a:r>
            <a:endParaRPr lang="en-US" dirty="0"/>
          </a:p>
        </p:txBody>
      </p:sp>
      <p:sp>
        <p:nvSpPr>
          <p:cNvPr id="3" name="Content Placeholder 2"/>
          <p:cNvSpPr>
            <a:spLocks noGrp="1"/>
          </p:cNvSpPr>
          <p:nvPr>
            <p:ph idx="1"/>
          </p:nvPr>
        </p:nvSpPr>
        <p:spPr/>
        <p:txBody>
          <a:bodyPr>
            <a:normAutofit/>
          </a:bodyPr>
          <a:lstStyle/>
          <a:p>
            <a:r>
              <a:rPr lang="en-US" sz="2800" dirty="0">
                <a:latin typeface="Agency FB" panose="020B0503020202020204" pitchFamily="34" charset="0"/>
              </a:rPr>
              <a:t>The disease which we have predicted in our model are the disease which eventually cause the death of the person the nature of the disease keeps on changing .</a:t>
            </a:r>
            <a:endParaRPr lang="en-US" sz="2800" dirty="0">
              <a:latin typeface="Agency FB" panose="020B0503020202020204" pitchFamily="34" charset="0"/>
            </a:endParaRPr>
          </a:p>
          <a:p>
            <a:r>
              <a:rPr lang="en-US" sz="2800" dirty="0">
                <a:latin typeface="Agency FB" panose="020B0503020202020204" pitchFamily="34" charset="0"/>
              </a:rPr>
              <a:t>The machine learning technique  has given boon to prediction of disease with accuracy</a:t>
            </a:r>
            <a:endParaRPr lang="en-US" sz="2800" dirty="0">
              <a:latin typeface="Agency FB" panose="020B0503020202020204" pitchFamily="34" charset="0"/>
            </a:endParaRPr>
          </a:p>
          <a:p>
            <a:endParaRPr lang="en-US" sz="2800" dirty="0">
              <a:latin typeface="Agency FB" panose="020B0503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Proposed System</a:t>
            </a:r>
            <a:endParaRPr lang="en-US" dirty="0"/>
          </a:p>
        </p:txBody>
      </p:sp>
      <p:sp>
        <p:nvSpPr>
          <p:cNvPr id="3" name="Content Placeholder 2"/>
          <p:cNvSpPr>
            <a:spLocks noGrp="1"/>
          </p:cNvSpPr>
          <p:nvPr>
            <p:ph idx="1"/>
          </p:nvPr>
        </p:nvSpPr>
        <p:spPr/>
        <p:txBody>
          <a:bodyPr>
            <a:normAutofit/>
          </a:bodyPr>
          <a:lstStyle/>
          <a:p>
            <a:r>
              <a:rPr lang="en-US" sz="2800" dirty="0">
                <a:latin typeface="Agency FB" panose="020B0503020202020204" pitchFamily="34" charset="0"/>
              </a:rPr>
              <a:t>The working of the system is to collect the dataset and prevent from various disease .The preprocessing of the model system is divided into two parts training and testing.</a:t>
            </a:r>
            <a:endParaRPr lang="en-US" sz="2800" dirty="0">
              <a:latin typeface="Agency FB" panose="020B0503020202020204" pitchFamily="34" charset="0"/>
            </a:endParaRPr>
          </a:p>
          <a:p>
            <a:r>
              <a:rPr lang="en-US" sz="2800" dirty="0">
                <a:latin typeface="Agency FB" panose="020B0503020202020204" pitchFamily="34" charset="0"/>
              </a:rPr>
              <a:t>The algorithm used in the system are different for training and testing </a:t>
            </a:r>
            <a:r>
              <a:rPr lang="en-US" sz="2800" dirty="0" err="1">
                <a:latin typeface="Agency FB" panose="020B0503020202020204" pitchFamily="34" charset="0"/>
              </a:rPr>
              <a:t>data.The</a:t>
            </a:r>
            <a:r>
              <a:rPr lang="en-US" sz="2800" dirty="0">
                <a:latin typeface="Agency FB" panose="020B0503020202020204" pitchFamily="34" charset="0"/>
              </a:rPr>
              <a:t> accuracy of the system can be occurred by testing the dataset.</a:t>
            </a:r>
            <a:endParaRPr lang="en-US" sz="2800" dirty="0">
              <a:latin typeface="Agency FB" panose="020B0503020202020204" pitchFamily="34" charset="0"/>
            </a:endParaRPr>
          </a:p>
          <a:p>
            <a:endParaRPr lang="en-US" sz="2800" dirty="0">
              <a:latin typeface="Agency FB" panose="020B0503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Software Requirements </a:t>
            </a:r>
            <a:endParaRPr lang="en-US" dirty="0"/>
          </a:p>
        </p:txBody>
      </p:sp>
      <p:sp>
        <p:nvSpPr>
          <p:cNvPr id="3" name="Content Placeholder 2"/>
          <p:cNvSpPr>
            <a:spLocks noGrp="1"/>
          </p:cNvSpPr>
          <p:nvPr>
            <p:ph idx="1"/>
          </p:nvPr>
        </p:nvSpPr>
        <p:spPr/>
        <p:txBody>
          <a:bodyPr>
            <a:normAutofit/>
          </a:bodyPr>
          <a:lstStyle/>
          <a:p>
            <a:r>
              <a:rPr lang="en-US" sz="2800" dirty="0" err="1">
                <a:latin typeface="Agency FB" panose="020B0503020202020204" pitchFamily="34" charset="0"/>
              </a:rPr>
              <a:t>i</a:t>
            </a:r>
            <a:r>
              <a:rPr lang="en-US" sz="2800" dirty="0">
                <a:latin typeface="Agency FB" panose="020B0503020202020204" pitchFamily="34" charset="0"/>
              </a:rPr>
              <a:t>.	Software: VS Code (Or any other); Google Colab</a:t>
            </a:r>
            <a:endParaRPr lang="en-US" sz="2800" dirty="0">
              <a:latin typeface="Agency FB" panose="020B0503020202020204" pitchFamily="34" charset="0"/>
            </a:endParaRPr>
          </a:p>
          <a:p>
            <a:r>
              <a:rPr lang="en-US" sz="2800" dirty="0">
                <a:latin typeface="Agency FB" panose="020B0503020202020204" pitchFamily="34" charset="0"/>
              </a:rPr>
              <a:t>ii.	 Tools: Google Colab; Python IDLE or any</a:t>
            </a:r>
            <a:endParaRPr lang="en-US" sz="2800" dirty="0">
              <a:latin typeface="Agency FB" panose="020B0503020202020204" pitchFamily="34" charset="0"/>
            </a:endParaRPr>
          </a:p>
          <a:p>
            <a:pPr marL="914400" lvl="2" indent="0">
              <a:buNone/>
            </a:pPr>
            <a:r>
              <a:rPr lang="en-US" sz="2400" dirty="0">
                <a:latin typeface="Agency FB" panose="020B0503020202020204" pitchFamily="34" charset="0"/>
              </a:rPr>
              <a:t> </a:t>
            </a:r>
            <a:r>
              <a:rPr lang="en-US" sz="2800" dirty="0">
                <a:latin typeface="Agency FB" panose="020B0503020202020204" pitchFamily="34" charset="0"/>
              </a:rPr>
              <a:t>Python tool and notebook tool</a:t>
            </a:r>
            <a:r>
              <a:rPr lang="en-US" sz="2400" dirty="0">
                <a:latin typeface="Agency FB" panose="020B0503020202020204" pitchFamily="34" charset="0"/>
              </a:rPr>
              <a:t>.</a:t>
            </a:r>
            <a:endParaRPr lang="en-US" sz="2400" dirty="0">
              <a:latin typeface="Agency FB" panose="020B0503020202020204" pitchFamily="34" charset="0"/>
            </a:endParaRPr>
          </a:p>
          <a:p>
            <a:r>
              <a:rPr lang="en-US" sz="2800" dirty="0">
                <a:latin typeface="Agency FB" panose="020B0503020202020204" pitchFamily="34" charset="0"/>
              </a:rPr>
              <a:t>iii.	Front End: Python</a:t>
            </a:r>
            <a:endParaRPr lang="en-US" sz="2800" dirty="0">
              <a:latin typeface="Agency FB" panose="020B0503020202020204" pitchFamily="34" charset="0"/>
            </a:endParaRPr>
          </a:p>
          <a:p>
            <a:r>
              <a:rPr lang="en-US" sz="2800" dirty="0">
                <a:latin typeface="Agency FB" panose="020B0503020202020204" pitchFamily="34" charset="0"/>
              </a:rPr>
              <a:t>iv.	Back End: Python</a:t>
            </a:r>
            <a:endParaRPr lang="en-US" sz="2800" dirty="0">
              <a:latin typeface="Agency FB" panose="020B0503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Hardware Requirements</a:t>
            </a:r>
            <a:endParaRPr lang="en-US" dirty="0"/>
          </a:p>
        </p:txBody>
      </p:sp>
      <p:sp>
        <p:nvSpPr>
          <p:cNvPr id="3" name="Content Placeholder 2"/>
          <p:cNvSpPr>
            <a:spLocks noGrp="1"/>
          </p:cNvSpPr>
          <p:nvPr>
            <p:ph idx="1"/>
          </p:nvPr>
        </p:nvSpPr>
        <p:spPr/>
        <p:txBody>
          <a:bodyPr>
            <a:normAutofit/>
          </a:bodyPr>
          <a:lstStyle/>
          <a:p>
            <a:r>
              <a:rPr lang="en-US" sz="2800" dirty="0">
                <a:latin typeface="Agency FB" panose="020B0503020202020204" pitchFamily="34" charset="0"/>
              </a:rPr>
              <a:t>Dataset of disease which has to be predict</a:t>
            </a:r>
            <a:endParaRPr lang="en-US" sz="2800" dirty="0">
              <a:latin typeface="Agency FB" panose="020B0503020202020204" pitchFamily="34" charset="0"/>
            </a:endParaRPr>
          </a:p>
          <a:p>
            <a:r>
              <a:rPr lang="en-US" sz="2800" dirty="0">
                <a:latin typeface="Agency FB" panose="020B0503020202020204" pitchFamily="34" charset="0"/>
              </a:rPr>
              <a:t>Desktop laptop with well processer</a:t>
            </a:r>
            <a:endParaRPr lang="en-US" sz="2800" dirty="0">
              <a:latin typeface="Agency FB" panose="020B0503020202020204" pitchFamily="34" charset="0"/>
            </a:endParaRPr>
          </a:p>
          <a:p>
            <a:r>
              <a:rPr lang="en-US" sz="2800" dirty="0">
                <a:latin typeface="Agency FB" panose="020B0503020202020204" pitchFamily="34" charset="0"/>
              </a:rPr>
              <a:t>Ram with storage 512 </a:t>
            </a:r>
            <a:r>
              <a:rPr lang="en-US" sz="2800" dirty="0" err="1">
                <a:latin typeface="Agency FB" panose="020B0503020202020204" pitchFamily="34" charset="0"/>
              </a:rPr>
              <a:t>mb</a:t>
            </a:r>
            <a:r>
              <a:rPr lang="en-US" sz="2800" dirty="0">
                <a:latin typeface="Agency FB" panose="020B0503020202020204" pitchFamily="34" charset="0"/>
              </a:rPr>
              <a:t> or above </a:t>
            </a:r>
            <a:endParaRPr lang="en-US" sz="2800" dirty="0">
              <a:latin typeface="Agency FB" panose="020B0503020202020204" pitchFamily="34" charset="0"/>
            </a:endParaRPr>
          </a:p>
          <a:p>
            <a:r>
              <a:rPr lang="en-US" sz="2800" dirty="0">
                <a:latin typeface="Agency FB" panose="020B0503020202020204" pitchFamily="34" charset="0"/>
              </a:rPr>
              <a:t>Details analysis of the project by </a:t>
            </a:r>
            <a:r>
              <a:rPr lang="en-US" sz="2800" dirty="0" err="1">
                <a:latin typeface="Agency FB" panose="020B0503020202020204" pitchFamily="34" charset="0"/>
              </a:rPr>
              <a:t>servey</a:t>
            </a:r>
            <a:endParaRPr lang="en-US" sz="2800" dirty="0">
              <a:latin typeface="Agency FB" panose="020B0503020202020204" pitchFamily="34" charset="0"/>
            </a:endParaRPr>
          </a:p>
          <a:p>
            <a:endParaRPr lang="en-US" sz="2800" dirty="0">
              <a:latin typeface="Agency FB" panose="020B0503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715963" y="1119188"/>
          <a:ext cx="8596312" cy="388143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Modulus Division </a:t>
            </a:r>
            <a:endParaRPr lang="en-US" dirty="0"/>
          </a:p>
        </p:txBody>
      </p:sp>
      <p:sp>
        <p:nvSpPr>
          <p:cNvPr id="3" name="Content Placeholder 2"/>
          <p:cNvSpPr>
            <a:spLocks noGrp="1"/>
          </p:cNvSpPr>
          <p:nvPr>
            <p:ph idx="1"/>
          </p:nvPr>
        </p:nvSpPr>
        <p:spPr/>
        <p:txBody>
          <a:bodyPr>
            <a:normAutofit/>
          </a:bodyPr>
          <a:lstStyle/>
          <a:p>
            <a:pPr algn="just"/>
            <a:r>
              <a:rPr lang="en-US" sz="2800" dirty="0">
                <a:latin typeface="Agency FB" panose="020B0503020202020204" pitchFamily="34" charset="0"/>
              </a:rPr>
              <a:t>Dataset collection is collecting data which contains patient details. Attributes selection process selects the useful attributes for the prediction of heart disease. After identifying the available data resources, they are further selected, cleaned, made into the desired form. Different classification techniques as stated will be applied on preprocessed data to predict the accuracy of heart disease. Accuracy measure compares the accuracy of different classifiers. </a:t>
            </a:r>
            <a:endParaRPr lang="en-US" sz="2800" dirty="0">
              <a:latin typeface="Agency FB" panose="020B0503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Modulus Diagram:</a:t>
            </a:r>
            <a:endParaRPr lang="en-US" dirty="0"/>
          </a:p>
        </p:txBody>
      </p:sp>
      <p:pic>
        <p:nvPicPr>
          <p:cNvPr id="4" name="Content Placeholder 3"/>
          <p:cNvPicPr>
            <a:picLocks noGrp="1"/>
          </p:cNvPicPr>
          <p:nvPr>
            <p:ph idx="1"/>
          </p:nvPr>
        </p:nvPicPr>
        <p:blipFill>
          <a:blip r:embed="rId1"/>
          <a:stretch>
            <a:fillRect/>
          </a:stretch>
        </p:blipFill>
        <p:spPr>
          <a:xfrm>
            <a:off x="2032000" y="1596571"/>
            <a:ext cx="5434894" cy="50799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2820609" cy="1320800"/>
          </a:xfrm>
        </p:spPr>
        <p:txBody>
          <a:bodyPr/>
          <a:lstStyle/>
          <a:p>
            <a:pPr algn="just"/>
            <a:r>
              <a:rPr lang="en-US" dirty="0"/>
              <a:t>ER Diagram</a:t>
            </a:r>
            <a:endParaRPr lang="en-US" dirty="0"/>
          </a:p>
        </p:txBody>
      </p:sp>
      <p:sp>
        <p:nvSpPr>
          <p:cNvPr id="3" name="Content Placeholder 2"/>
          <p:cNvSpPr>
            <a:spLocks noGrp="1"/>
          </p:cNvSpPr>
          <p:nvPr>
            <p:ph idx="1"/>
          </p:nvPr>
        </p:nvSpPr>
        <p:spPr>
          <a:xfrm>
            <a:off x="677334" y="2160589"/>
            <a:ext cx="3793066" cy="3880773"/>
          </a:xfrm>
        </p:spPr>
        <p:txBody>
          <a:bodyPr>
            <a:normAutofit/>
          </a:bodyPr>
          <a:lstStyle/>
          <a:p>
            <a:pPr algn="just"/>
            <a:r>
              <a:rPr lang="en-US" sz="2800" dirty="0">
                <a:latin typeface="Agency FB" panose="020B0503020202020204" pitchFamily="34" charset="0"/>
              </a:rPr>
              <a:t>An entity relationship diagram also known as an entity relationship model is a graphical representation .</a:t>
            </a:r>
            <a:endParaRPr lang="en-US" sz="2800" dirty="0">
              <a:latin typeface="Agency FB" panose="020B0503020202020204" pitchFamily="34"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35581" y="427400"/>
            <a:ext cx="4523809" cy="580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Diagram</a:t>
            </a:r>
            <a:endParaRPr lang="en-US" dirty="0"/>
          </a:p>
        </p:txBody>
      </p:sp>
      <p:sp>
        <p:nvSpPr>
          <p:cNvPr id="3" name="Content Placeholder 2"/>
          <p:cNvSpPr>
            <a:spLocks noGrp="1"/>
          </p:cNvSpPr>
          <p:nvPr>
            <p:ph idx="1"/>
          </p:nvPr>
        </p:nvSpPr>
        <p:spPr>
          <a:xfrm>
            <a:off x="677334" y="2160589"/>
            <a:ext cx="3618895" cy="3880773"/>
          </a:xfrm>
        </p:spPr>
        <p:txBody>
          <a:bodyPr>
            <a:normAutofit/>
          </a:bodyPr>
          <a:lstStyle/>
          <a:p>
            <a:pPr algn="just"/>
            <a:r>
              <a:rPr lang="en-US" sz="2800" dirty="0">
                <a:latin typeface="Agency FB" panose="020B0503020202020204" pitchFamily="34" charset="0"/>
              </a:rPr>
              <a:t>Unified modeling language is a general purpose ,developmental ,modelling language in the field of software</a:t>
            </a:r>
            <a:endParaRPr lang="en-US" sz="2800" dirty="0">
              <a:latin typeface="Agency FB" panose="020B0503020202020204" pitchFamily="34"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789714" y="1057799"/>
            <a:ext cx="4267199" cy="531943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Implantation </a:t>
            </a:r>
            <a:endParaRPr lang="en-US" dirty="0"/>
          </a:p>
        </p:txBody>
      </p:sp>
      <p:sp>
        <p:nvSpPr>
          <p:cNvPr id="3" name="Content Placeholder 2"/>
          <p:cNvSpPr>
            <a:spLocks noGrp="1"/>
          </p:cNvSpPr>
          <p:nvPr>
            <p:ph idx="1"/>
          </p:nvPr>
        </p:nvSpPr>
        <p:spPr/>
        <p:txBody>
          <a:bodyPr>
            <a:normAutofit/>
          </a:bodyPr>
          <a:lstStyle/>
          <a:p>
            <a:pPr algn="just"/>
            <a:r>
              <a:rPr lang="en-US" sz="2800" dirty="0">
                <a:latin typeface="Agency FB" panose="020B0503020202020204" pitchFamily="34" charset="0"/>
              </a:rPr>
              <a:t>Here, the implantation part is been describe in detail information like where, how, and what kind of steps has been taken for creating this model of </a:t>
            </a:r>
            <a:r>
              <a:rPr lang="en-US" sz="2800" b="1" dirty="0">
                <a:latin typeface="Agency FB" panose="020B0503020202020204" pitchFamily="34" charset="0"/>
              </a:rPr>
              <a:t>Multiple Disease Prediction System Using Machine Learning</a:t>
            </a:r>
            <a:r>
              <a:rPr lang="en-US" sz="2800" dirty="0">
                <a:latin typeface="Agency FB" panose="020B0503020202020204" pitchFamily="34" charset="0"/>
              </a:rPr>
              <a:t> also, which platforms are used for this creation of model is been describe.</a:t>
            </a:r>
            <a:endParaRPr lang="en-US" sz="2800" dirty="0">
              <a:latin typeface="Agency FB" panose="020B0503020202020204" pitchFamily="34" charset="0"/>
            </a:endParaRPr>
          </a:p>
          <a:p>
            <a:pPr algn="just"/>
            <a:r>
              <a:rPr lang="en-US" sz="2800" dirty="0">
                <a:latin typeface="Agency FB" panose="020B0503020202020204" pitchFamily="34" charset="0"/>
              </a:rPr>
              <a:t>Download the dataset by visiting the website which is named as </a:t>
            </a:r>
            <a:r>
              <a:rPr lang="en-US" sz="2800" u="sng" dirty="0">
                <a:latin typeface="Agency FB" panose="020B0503020202020204" pitchFamily="34" charset="0"/>
                <a:hlinkClick r:id="rId1"/>
              </a:rPr>
              <a:t>www.kaggle.com</a:t>
            </a:r>
            <a:r>
              <a:rPr lang="en-US" sz="2800" dirty="0">
                <a:latin typeface="Agency FB" panose="020B0503020202020204" pitchFamily="34" charset="0"/>
              </a:rPr>
              <a:t> in this website multiple datasets of multiple disease are been uploaded.</a:t>
            </a:r>
            <a:endParaRPr lang="en-US" sz="2800" dirty="0">
              <a:latin typeface="Agency FB" panose="020B0503020202020204" pitchFamily="34" charset="0"/>
            </a:endParaRPr>
          </a:p>
          <a:p>
            <a:pPr algn="just"/>
            <a:endParaRPr lang="en-US" sz="2800" dirty="0">
              <a:latin typeface="Agency FB" panose="020B0503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10270" y="885922"/>
            <a:ext cx="8040547" cy="508928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Implantation of dataset </a:t>
            </a:r>
            <a:endParaRPr lang="en-US" dirty="0"/>
          </a:p>
        </p:txBody>
      </p:sp>
      <p:sp>
        <p:nvSpPr>
          <p:cNvPr id="3" name="Content Placeholder 2"/>
          <p:cNvSpPr>
            <a:spLocks noGrp="1"/>
          </p:cNvSpPr>
          <p:nvPr>
            <p:ph idx="1"/>
          </p:nvPr>
        </p:nvSpPr>
        <p:spPr>
          <a:xfrm>
            <a:off x="677334" y="2160589"/>
            <a:ext cx="5246948" cy="3880773"/>
          </a:xfrm>
        </p:spPr>
        <p:txBody>
          <a:bodyPr>
            <a:normAutofit/>
          </a:bodyPr>
          <a:lstStyle/>
          <a:p>
            <a:pPr algn="just"/>
            <a:r>
              <a:rPr lang="en-US" sz="2800" b="1" dirty="0">
                <a:latin typeface="Agency FB" panose="020B0503020202020204" pitchFamily="34" charset="0"/>
              </a:rPr>
              <a:t>Google Colab </a:t>
            </a:r>
            <a:r>
              <a:rPr lang="en-US" sz="2800" dirty="0">
                <a:latin typeface="Agency FB" panose="020B0503020202020204" pitchFamily="34" charset="0"/>
              </a:rPr>
              <a:t>it is a notebook for </a:t>
            </a:r>
            <a:r>
              <a:rPr lang="en-US" sz="2800" b="1" dirty="0">
                <a:latin typeface="Agency FB" panose="020B0503020202020204" pitchFamily="34" charset="0"/>
              </a:rPr>
              <a:t>python</a:t>
            </a:r>
            <a:r>
              <a:rPr lang="en-US" sz="2800" dirty="0">
                <a:latin typeface="Agency FB" panose="020B0503020202020204" pitchFamily="34" charset="0"/>
              </a:rPr>
              <a:t> or any other programming language where we can perform code as we used to do in different python software. In this </a:t>
            </a:r>
            <a:r>
              <a:rPr lang="en-US" sz="2800" dirty="0" err="1">
                <a:latin typeface="Agency FB" panose="020B0503020202020204" pitchFamily="34" charset="0"/>
              </a:rPr>
              <a:t>colab</a:t>
            </a:r>
            <a:r>
              <a:rPr lang="en-US" sz="2800" dirty="0">
                <a:latin typeface="Agency FB" panose="020B0503020202020204" pitchFamily="34" charset="0"/>
              </a:rPr>
              <a:t> notebook we have done python code of running the dataset which we have downloaded from </a:t>
            </a:r>
            <a:r>
              <a:rPr lang="en-US" sz="2800" b="1" dirty="0">
                <a:latin typeface="Agency FB" panose="020B0503020202020204" pitchFamily="34" charset="0"/>
              </a:rPr>
              <a:t>Kaggle.com.</a:t>
            </a:r>
            <a:endParaRPr lang="en-US" sz="2800" dirty="0">
              <a:latin typeface="Agency FB" panose="020B0503020202020204" pitchFamily="34"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924282" y="1750537"/>
            <a:ext cx="5971429" cy="348571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 </a:t>
            </a:r>
            <a:endParaRPr lang="en-US" dirty="0"/>
          </a:p>
        </p:txBody>
      </p:sp>
      <p:sp>
        <p:nvSpPr>
          <p:cNvPr id="3" name="Content Placeholder 2"/>
          <p:cNvSpPr>
            <a:spLocks noGrp="1"/>
          </p:cNvSpPr>
          <p:nvPr>
            <p:ph idx="1"/>
          </p:nvPr>
        </p:nvSpPr>
        <p:spPr/>
        <p:txBody>
          <a:bodyPr>
            <a:normAutofit/>
          </a:bodyPr>
          <a:lstStyle/>
          <a:p>
            <a:pPr algn="just"/>
            <a:r>
              <a:rPr lang="en-US" sz="2800" dirty="0">
                <a:latin typeface="Agency FB" panose="020B0503020202020204" pitchFamily="34" charset="0"/>
              </a:rPr>
              <a:t>After performing the machine learning approach for testing and training we find that accuracy of the knn is much efficient as compare to other algorithms. It concluded that knn is the best among them with 87% accuracy and the comparison is shown  in the below table. The presented result is as per the algorithm that is used in the model .</a:t>
            </a:r>
            <a:endParaRPr lang="en-US" sz="2800" dirty="0">
              <a:latin typeface="Agency FB" panose="020B0503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 </a:t>
            </a:r>
            <a:endParaRPr lang="en-US" dirty="0"/>
          </a:p>
        </p:txBody>
      </p:sp>
      <p:sp>
        <p:nvSpPr>
          <p:cNvPr id="3" name="Content Placeholder 2"/>
          <p:cNvSpPr>
            <a:spLocks noGrp="1"/>
          </p:cNvSpPr>
          <p:nvPr>
            <p:ph idx="1"/>
          </p:nvPr>
        </p:nvSpPr>
        <p:spPr/>
        <p:txBody>
          <a:bodyPr>
            <a:normAutofit/>
          </a:bodyPr>
          <a:lstStyle/>
          <a:p>
            <a:pPr algn="just"/>
            <a:r>
              <a:rPr lang="en-US" sz="2800" dirty="0">
                <a:latin typeface="Agency FB" panose="020B0503020202020204" pitchFamily="34" charset="0"/>
              </a:rPr>
              <a:t>Heart diseases are a major killer in India and throughout the world , application of promising technology like machine learning to the initial prediction of the heart diseases will have a profound impact on society. The early prognosis of heart disease can aid in making decisions on lifestyle changes in high risk patient and in turn reduce the complications, which can be a great milestone in the field of machine. The number of people Facing heart diseases is on a raise each year.</a:t>
            </a:r>
            <a:endParaRPr lang="en-US" sz="2800" dirty="0">
              <a:latin typeface="Agency FB" panose="020B0503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Work </a:t>
            </a:r>
            <a:br>
              <a:rPr lang="en-US" dirty="0"/>
            </a:br>
            <a:endParaRPr lang="en-US" dirty="0"/>
          </a:p>
        </p:txBody>
      </p:sp>
      <p:sp>
        <p:nvSpPr>
          <p:cNvPr id="3" name="Content Placeholder 2"/>
          <p:cNvSpPr>
            <a:spLocks noGrp="1"/>
          </p:cNvSpPr>
          <p:nvPr>
            <p:ph idx="1"/>
          </p:nvPr>
        </p:nvSpPr>
        <p:spPr/>
        <p:txBody>
          <a:bodyPr>
            <a:normAutofit/>
          </a:bodyPr>
          <a:lstStyle/>
          <a:p>
            <a:pPr algn="just"/>
            <a:r>
              <a:rPr lang="en-US" sz="2800" dirty="0">
                <a:latin typeface="Agency FB" panose="020B0503020202020204" pitchFamily="34" charset="0"/>
              </a:rPr>
              <a:t>Using of machine learning prediction system will make the prediction system will make the prediction of various disease accurate and reable. Project aims to predict future multiple diseases by analyzing data of patients which classifies whether they have heart diseases or not using machine-learning algorithm.</a:t>
            </a:r>
            <a:endParaRPr lang="en-US" sz="2800" dirty="0">
              <a:latin typeface="Agency FB" panose="020B0503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a:t>
            </a:r>
            <a:endParaRPr lang="en-US" dirty="0"/>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US" sz="2800" dirty="0">
                <a:latin typeface="Agency FB" panose="020B0503020202020204" pitchFamily="34" charset="0"/>
              </a:rPr>
              <a:t>www.ww3school.com</a:t>
            </a:r>
            <a:endParaRPr lang="en-US" sz="2800" dirty="0">
              <a:latin typeface="Agency FB" panose="020B0503020202020204" pitchFamily="34" charset="0"/>
            </a:endParaRPr>
          </a:p>
          <a:p>
            <a:pPr marL="514350" indent="-514350">
              <a:buFont typeface="+mj-lt"/>
              <a:buAutoNum type="arabicPeriod"/>
            </a:pPr>
            <a:r>
              <a:rPr lang="en-US" sz="2800" dirty="0">
                <a:latin typeface="Agency FB" panose="020B0503020202020204" pitchFamily="34" charset="0"/>
              </a:rPr>
              <a:t>www.kaggle.com.</a:t>
            </a:r>
            <a:endParaRPr lang="en-US" sz="2800" dirty="0">
              <a:latin typeface="Agency FB" panose="020B0503020202020204" pitchFamily="34" charset="0"/>
            </a:endParaRPr>
          </a:p>
          <a:p>
            <a:pPr marL="514350" indent="-514350">
              <a:buFont typeface="+mj-lt"/>
              <a:buAutoNum type="arabicPeriod"/>
            </a:pPr>
            <a:r>
              <a:rPr lang="en-US" sz="2800" dirty="0">
                <a:latin typeface="Agency FB" panose="020B0503020202020204" pitchFamily="34" charset="0"/>
              </a:rPr>
              <a:t> Soni J, Ansari U, Sharma D &amp; Soni S (2011). Predictive data mining for medical diagnosis: an overview of heart disease prediction. International Journal of Computer Applications, 17(8), 43-8</a:t>
            </a:r>
            <a:endParaRPr lang="en-US" sz="2800" dirty="0">
              <a:latin typeface="Agency FB" panose="020B0503020202020204" pitchFamily="34" charset="0"/>
            </a:endParaRPr>
          </a:p>
          <a:p>
            <a:pPr marL="514350" indent="-514350">
              <a:buFont typeface="+mj-lt"/>
              <a:buAutoNum type="arabicPeriod"/>
            </a:pPr>
            <a:r>
              <a:rPr lang="en-US" sz="2800" dirty="0">
                <a:latin typeface="Agency FB" panose="020B0503020202020204" pitchFamily="34" charset="0"/>
              </a:rPr>
              <a:t> Dangare C S &amp; Apte S S (2012). Improved study of heart disease prediction system using data mining classification techniques. International Journal of Computer Applications, 47(10), 44-8.</a:t>
            </a:r>
            <a:endParaRPr lang="en-US" sz="2800" dirty="0">
              <a:latin typeface="Agency FB" panose="020B0503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303" y="2721735"/>
            <a:ext cx="8596668" cy="1320800"/>
          </a:xfrm>
        </p:spPr>
        <p:txBody>
          <a:bodyPr>
            <a:noAutofit/>
          </a:bodyPr>
          <a:lstStyle/>
          <a:p>
            <a:pPr algn="ctr"/>
            <a:r>
              <a:rPr lang="en-US" sz="8800" dirty="0"/>
              <a:t>Thankyou </a:t>
            </a:r>
            <a:endParaRPr lang="en-US" sz="880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5331</Words>
  <Application>WPS Presentation</Application>
  <PresentationFormat>Widescreen</PresentationFormat>
  <Paragraphs>109</Paragraphs>
  <Slides>25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25</vt:i4>
      </vt:variant>
    </vt:vector>
  </HeadingPairs>
  <TitlesOfParts>
    <vt:vector size="37" baseType="lpstr">
      <vt:lpstr>Arial</vt:lpstr>
      <vt:lpstr>SimSun</vt:lpstr>
      <vt:lpstr>Wingdings</vt:lpstr>
      <vt:lpstr>Wingdings 3</vt:lpstr>
      <vt:lpstr>Arial</vt:lpstr>
      <vt:lpstr>Algerian</vt:lpstr>
      <vt:lpstr>Agency FB</vt:lpstr>
      <vt:lpstr>Trebuchet MS</vt:lpstr>
      <vt:lpstr>Microsoft YaHei</vt:lpstr>
      <vt:lpstr>Arial Unicode MS</vt:lpstr>
      <vt:lpstr>Calibri</vt:lpstr>
      <vt:lpstr>Facet</vt:lpstr>
      <vt:lpstr> Multiple Disease Prediction Using Machine Learning </vt:lpstr>
      <vt:lpstr>Index</vt:lpstr>
      <vt:lpstr>ABSTRACT</vt:lpstr>
      <vt:lpstr>PowerPoint 演示文稿</vt:lpstr>
      <vt:lpstr>Background</vt:lpstr>
      <vt:lpstr>Objective </vt:lpstr>
      <vt:lpstr>Purpose and Scope </vt:lpstr>
      <vt:lpstr>PowerPoint 演示文稿</vt:lpstr>
      <vt:lpstr>Existing System </vt:lpstr>
      <vt:lpstr>Proposed System</vt:lpstr>
      <vt:lpstr>Software Requirements </vt:lpstr>
      <vt:lpstr>Hardware Requirements</vt:lpstr>
      <vt:lpstr>PowerPoint 演示文稿</vt:lpstr>
      <vt:lpstr>Modulus Division </vt:lpstr>
      <vt:lpstr>Modulus Diagram:</vt:lpstr>
      <vt:lpstr>ER Diagram</vt:lpstr>
      <vt:lpstr>UML Diagram</vt:lpstr>
      <vt:lpstr>Implantation </vt:lpstr>
      <vt:lpstr>PowerPoint 演示文稿</vt:lpstr>
      <vt:lpstr>Implantation of dataset </vt:lpstr>
      <vt:lpstr>Result </vt:lpstr>
      <vt:lpstr>Conclusion </vt:lpstr>
      <vt:lpstr>Future Work  </vt:lpstr>
      <vt:lpstr>REFERENCE </vt:lpstr>
      <vt:lpstr>Thankyou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disease prediction using machine learning</dc:title>
  <dc:creator>Admin</dc:creator>
  <cp:lastModifiedBy>Admin</cp:lastModifiedBy>
  <cp:revision>42</cp:revision>
  <dcterms:created xsi:type="dcterms:W3CDTF">2022-09-08T17:41:00Z</dcterms:created>
  <dcterms:modified xsi:type="dcterms:W3CDTF">2025-02-21T05:03:29Z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B64EA6B2AE00446EA5E942F0E45A9809_12</vt:lpwstr>
  </property>
  <property fmtid="{D5CDD505-2E9C-101B-9397-08002B2CF9AE}" pid="3" name="KSOProductBuildVer">
    <vt:lpwstr>1033-12.2.0.19805</vt:lpwstr>
  </property>
</Properties>
</file>